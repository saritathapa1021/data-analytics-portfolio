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9"/>
  </p:notesMasterIdLst>
  <p:sldIdLst>
    <p:sldId id="256" r:id="rId2"/>
    <p:sldId id="258" r:id="rId3"/>
    <p:sldId id="257" r:id="rId4"/>
    <p:sldId id="272" r:id="rId5"/>
    <p:sldId id="260" r:id="rId6"/>
    <p:sldId id="275" r:id="rId7"/>
    <p:sldId id="262" r:id="rId8"/>
    <p:sldId id="263" r:id="rId9"/>
    <p:sldId id="264" r:id="rId10"/>
    <p:sldId id="276" r:id="rId11"/>
    <p:sldId id="266" r:id="rId12"/>
    <p:sldId id="267" r:id="rId13"/>
    <p:sldId id="268" r:id="rId14"/>
    <p:sldId id="269" r:id="rId15"/>
    <p:sldId id="270" r:id="rId16"/>
    <p:sldId id="271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8D159-D500-87DA-0B40-399D49B2901C}" v="363" dt="2026-05-06T00:54:39.754"/>
    <p1510:client id="{0CD8F346-E797-4E20-0368-3F3A704936A4}" v="1" dt="2026-05-06T16:02:51.341"/>
    <p1510:client id="{E505FE51-6C04-5E17-94A3-6D1EEF9B90D1}" v="8" dt="2026-05-06T02:20:02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www.youtube.com/" TargetMode="External"/><Relationship Id="rId1" Type="http://schemas.openxmlformats.org/officeDocument/2006/relationships/hyperlink" Target="https://www.kaggle.com/datasets/melissamonfared/indicators-of-anxiety-or-depression" TargetMode="External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hyperlink" Target="https://www.kaggle.com/datasets/melissamonfared/indicators-of-anxiety-or-depression" TargetMode="External"/><Relationship Id="rId1" Type="http://schemas.openxmlformats.org/officeDocument/2006/relationships/image" Target="../media/image16.svg"/><Relationship Id="rId4" Type="http://schemas.openxmlformats.org/officeDocument/2006/relationships/hyperlink" Target="https://www.youtube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F60BD5-4152-4B40-BEED-74197402D9A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D46776-19CE-43AF-9BDE-461A74DBE093}">
      <dgm:prSet/>
      <dgm:spPr/>
      <dgm:t>
        <a:bodyPr/>
        <a:lstStyle/>
        <a:p>
          <a:r>
            <a:rPr lang="en-US"/>
            <a:t>Mental health became a major public health concern during and after COVID-19. </a:t>
          </a:r>
        </a:p>
      </dgm:t>
    </dgm:pt>
    <dgm:pt modelId="{EF873A8F-8CB6-42E4-A7BE-70E455A32652}" type="parTrans" cxnId="{F916D528-91D5-4932-9E5C-5327B227CD75}">
      <dgm:prSet/>
      <dgm:spPr/>
      <dgm:t>
        <a:bodyPr/>
        <a:lstStyle/>
        <a:p>
          <a:endParaRPr lang="en-US"/>
        </a:p>
      </dgm:t>
    </dgm:pt>
    <dgm:pt modelId="{06E89960-6553-48E5-9407-031F2F7EBB50}" type="sibTrans" cxnId="{F916D528-91D5-4932-9E5C-5327B227CD7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7622F3E-FCF7-44AB-9BAF-5E3B73F33755}">
      <dgm:prSet/>
      <dgm:spPr/>
      <dgm:t>
        <a:bodyPr/>
        <a:lstStyle/>
        <a:p>
          <a:r>
            <a:rPr lang="en-US"/>
            <a:t>Anxiety and depression symptoms increased significantly during the pandemic period. </a:t>
          </a:r>
        </a:p>
      </dgm:t>
    </dgm:pt>
    <dgm:pt modelId="{C9942F29-3D75-449D-B782-8795890DDC89}" type="parTrans" cxnId="{C53132C7-44DD-42F9-8319-87AF6ECDC218}">
      <dgm:prSet/>
      <dgm:spPr/>
      <dgm:t>
        <a:bodyPr/>
        <a:lstStyle/>
        <a:p>
          <a:endParaRPr lang="en-US"/>
        </a:p>
      </dgm:t>
    </dgm:pt>
    <dgm:pt modelId="{C5021062-EC82-4394-B25B-9CC84FFC4672}" type="sibTrans" cxnId="{C53132C7-44DD-42F9-8319-87AF6ECDC21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36372AD-5578-4940-9256-C8DB3FADBC4F}">
      <dgm:prSet/>
      <dgm:spPr/>
      <dgm:t>
        <a:bodyPr/>
        <a:lstStyle/>
        <a:p>
          <a:r>
            <a:rPr lang="en-US"/>
            <a:t>Understanding patterns across states and demographic groups can support better public health planning. </a:t>
          </a:r>
        </a:p>
      </dgm:t>
    </dgm:pt>
    <dgm:pt modelId="{FF28F0E9-0DD4-4BEA-B22D-23B391C90B5A}" type="parTrans" cxnId="{A37B5CDC-E41E-404F-8E56-F47C0EAE61D0}">
      <dgm:prSet/>
      <dgm:spPr/>
      <dgm:t>
        <a:bodyPr/>
        <a:lstStyle/>
        <a:p>
          <a:endParaRPr lang="en-US"/>
        </a:p>
      </dgm:t>
    </dgm:pt>
    <dgm:pt modelId="{A2A85FB9-760A-4130-9033-7612FF56EBC8}" type="sibTrans" cxnId="{A37B5CDC-E41E-404F-8E56-F47C0EAE61D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EA4C894-A941-433B-B7BF-CDA4A5D7D124}">
      <dgm:prSet/>
      <dgm:spPr/>
      <dgm:t>
        <a:bodyPr/>
        <a:lstStyle/>
        <a:p>
          <a:r>
            <a:rPr lang="en-US"/>
            <a:t>The CDC Household Pulse Survey provides timely mental health indicators across the United States.</a:t>
          </a:r>
        </a:p>
      </dgm:t>
    </dgm:pt>
    <dgm:pt modelId="{6299F5F8-7C9C-4528-A32C-6BFC1DB8407B}" type="parTrans" cxnId="{276F4142-87CD-42B0-908E-CB31108D2514}">
      <dgm:prSet/>
      <dgm:spPr/>
      <dgm:t>
        <a:bodyPr/>
        <a:lstStyle/>
        <a:p>
          <a:endParaRPr lang="en-US"/>
        </a:p>
      </dgm:t>
    </dgm:pt>
    <dgm:pt modelId="{592265AD-6CED-44CA-BB67-720D0C3F9360}" type="sibTrans" cxnId="{276F4142-87CD-42B0-908E-CB31108D251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931C672-4492-4110-8CB4-B06FC8CD9073}" type="pres">
      <dgm:prSet presAssocID="{86F60BD5-4152-4B40-BEED-74197402D9A3}" presName="Name0" presStyleCnt="0">
        <dgm:presLayoutVars>
          <dgm:animLvl val="lvl"/>
          <dgm:resizeHandles val="exact"/>
        </dgm:presLayoutVars>
      </dgm:prSet>
      <dgm:spPr/>
    </dgm:pt>
    <dgm:pt modelId="{A8E87A7A-3295-4FFA-B901-F7D6C1F3F58B}" type="pres">
      <dgm:prSet presAssocID="{76D46776-19CE-43AF-9BDE-461A74DBE093}" presName="compositeNode" presStyleCnt="0">
        <dgm:presLayoutVars>
          <dgm:bulletEnabled val="1"/>
        </dgm:presLayoutVars>
      </dgm:prSet>
      <dgm:spPr/>
    </dgm:pt>
    <dgm:pt modelId="{3909DA85-B0BE-4EB7-AD4D-9E0CFBBDED90}" type="pres">
      <dgm:prSet presAssocID="{76D46776-19CE-43AF-9BDE-461A74DBE093}" presName="bgRect" presStyleLbl="bgAccFollowNode1" presStyleIdx="0" presStyleCnt="4"/>
      <dgm:spPr/>
    </dgm:pt>
    <dgm:pt modelId="{5ABA7039-6B29-4D90-8378-63363FF6F34B}" type="pres">
      <dgm:prSet presAssocID="{06E89960-6553-48E5-9407-031F2F7EBB50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C1B4C14-86D7-407B-AAC1-BE5B5ECC0368}" type="pres">
      <dgm:prSet presAssocID="{76D46776-19CE-43AF-9BDE-461A74DBE093}" presName="bottomLine" presStyleLbl="alignNode1" presStyleIdx="1" presStyleCnt="8">
        <dgm:presLayoutVars/>
      </dgm:prSet>
      <dgm:spPr/>
    </dgm:pt>
    <dgm:pt modelId="{431B4863-E72A-4645-95F4-8DDE6BDACC13}" type="pres">
      <dgm:prSet presAssocID="{76D46776-19CE-43AF-9BDE-461A74DBE093}" presName="nodeText" presStyleLbl="bgAccFollowNode1" presStyleIdx="0" presStyleCnt="4">
        <dgm:presLayoutVars>
          <dgm:bulletEnabled val="1"/>
        </dgm:presLayoutVars>
      </dgm:prSet>
      <dgm:spPr/>
    </dgm:pt>
    <dgm:pt modelId="{D123D56B-8BD7-4CBA-BDDB-975DB9D09A14}" type="pres">
      <dgm:prSet presAssocID="{06E89960-6553-48E5-9407-031F2F7EBB50}" presName="sibTrans" presStyleCnt="0"/>
      <dgm:spPr/>
    </dgm:pt>
    <dgm:pt modelId="{252EFBD9-23D1-4401-8819-0082FB7316A6}" type="pres">
      <dgm:prSet presAssocID="{57622F3E-FCF7-44AB-9BAF-5E3B73F33755}" presName="compositeNode" presStyleCnt="0">
        <dgm:presLayoutVars>
          <dgm:bulletEnabled val="1"/>
        </dgm:presLayoutVars>
      </dgm:prSet>
      <dgm:spPr/>
    </dgm:pt>
    <dgm:pt modelId="{9BD29923-8493-4B7E-A2DB-DB3BC5BBD3E8}" type="pres">
      <dgm:prSet presAssocID="{57622F3E-FCF7-44AB-9BAF-5E3B73F33755}" presName="bgRect" presStyleLbl="bgAccFollowNode1" presStyleIdx="1" presStyleCnt="4"/>
      <dgm:spPr/>
    </dgm:pt>
    <dgm:pt modelId="{28C96A7C-6C89-490F-9137-D49B177E0022}" type="pres">
      <dgm:prSet presAssocID="{C5021062-EC82-4394-B25B-9CC84FFC4672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DE47758-07AA-40EB-9B81-4A6266B680CC}" type="pres">
      <dgm:prSet presAssocID="{57622F3E-FCF7-44AB-9BAF-5E3B73F33755}" presName="bottomLine" presStyleLbl="alignNode1" presStyleIdx="3" presStyleCnt="8">
        <dgm:presLayoutVars/>
      </dgm:prSet>
      <dgm:spPr/>
    </dgm:pt>
    <dgm:pt modelId="{3972D21B-9C9E-4C35-B838-0B2B91321435}" type="pres">
      <dgm:prSet presAssocID="{57622F3E-FCF7-44AB-9BAF-5E3B73F33755}" presName="nodeText" presStyleLbl="bgAccFollowNode1" presStyleIdx="1" presStyleCnt="4">
        <dgm:presLayoutVars>
          <dgm:bulletEnabled val="1"/>
        </dgm:presLayoutVars>
      </dgm:prSet>
      <dgm:spPr/>
    </dgm:pt>
    <dgm:pt modelId="{52BC7E5F-D928-4108-98F3-AB3D25CB7925}" type="pres">
      <dgm:prSet presAssocID="{C5021062-EC82-4394-B25B-9CC84FFC4672}" presName="sibTrans" presStyleCnt="0"/>
      <dgm:spPr/>
    </dgm:pt>
    <dgm:pt modelId="{822EB195-1FAD-44DE-9CE9-DC5DA965C1B4}" type="pres">
      <dgm:prSet presAssocID="{936372AD-5578-4940-9256-C8DB3FADBC4F}" presName="compositeNode" presStyleCnt="0">
        <dgm:presLayoutVars>
          <dgm:bulletEnabled val="1"/>
        </dgm:presLayoutVars>
      </dgm:prSet>
      <dgm:spPr/>
    </dgm:pt>
    <dgm:pt modelId="{2742075C-16A8-4B91-96DA-6141BC37A7EF}" type="pres">
      <dgm:prSet presAssocID="{936372AD-5578-4940-9256-C8DB3FADBC4F}" presName="bgRect" presStyleLbl="bgAccFollowNode1" presStyleIdx="2" presStyleCnt="4"/>
      <dgm:spPr/>
    </dgm:pt>
    <dgm:pt modelId="{16A9AE31-5E2A-41EB-BFDD-3F1A4054E3F5}" type="pres">
      <dgm:prSet presAssocID="{A2A85FB9-760A-4130-9033-7612FF56EBC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40A450B-DD8D-4FFD-9E14-7C048E0680A2}" type="pres">
      <dgm:prSet presAssocID="{936372AD-5578-4940-9256-C8DB3FADBC4F}" presName="bottomLine" presStyleLbl="alignNode1" presStyleIdx="5" presStyleCnt="8">
        <dgm:presLayoutVars/>
      </dgm:prSet>
      <dgm:spPr/>
    </dgm:pt>
    <dgm:pt modelId="{40AB4902-89EE-4C04-8087-2792E98AC87D}" type="pres">
      <dgm:prSet presAssocID="{936372AD-5578-4940-9256-C8DB3FADBC4F}" presName="nodeText" presStyleLbl="bgAccFollowNode1" presStyleIdx="2" presStyleCnt="4">
        <dgm:presLayoutVars>
          <dgm:bulletEnabled val="1"/>
        </dgm:presLayoutVars>
      </dgm:prSet>
      <dgm:spPr/>
    </dgm:pt>
    <dgm:pt modelId="{F2CDF7D0-69B6-4E79-9135-453741AACEDD}" type="pres">
      <dgm:prSet presAssocID="{A2A85FB9-760A-4130-9033-7612FF56EBC8}" presName="sibTrans" presStyleCnt="0"/>
      <dgm:spPr/>
    </dgm:pt>
    <dgm:pt modelId="{8E14DADF-8BF3-4606-AF84-9DDE12A95979}" type="pres">
      <dgm:prSet presAssocID="{5EA4C894-A941-433B-B7BF-CDA4A5D7D124}" presName="compositeNode" presStyleCnt="0">
        <dgm:presLayoutVars>
          <dgm:bulletEnabled val="1"/>
        </dgm:presLayoutVars>
      </dgm:prSet>
      <dgm:spPr/>
    </dgm:pt>
    <dgm:pt modelId="{15B8044A-E9F6-46B9-A660-CF1FF479BE9A}" type="pres">
      <dgm:prSet presAssocID="{5EA4C894-A941-433B-B7BF-CDA4A5D7D124}" presName="bgRect" presStyleLbl="bgAccFollowNode1" presStyleIdx="3" presStyleCnt="4"/>
      <dgm:spPr/>
    </dgm:pt>
    <dgm:pt modelId="{DDF60916-4186-45A6-B649-33DB96F571EA}" type="pres">
      <dgm:prSet presAssocID="{592265AD-6CED-44CA-BB67-720D0C3F9360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97407A5-6C94-4D6E-A00A-5E2006F21301}" type="pres">
      <dgm:prSet presAssocID="{5EA4C894-A941-433B-B7BF-CDA4A5D7D124}" presName="bottomLine" presStyleLbl="alignNode1" presStyleIdx="7" presStyleCnt="8">
        <dgm:presLayoutVars/>
      </dgm:prSet>
      <dgm:spPr/>
    </dgm:pt>
    <dgm:pt modelId="{B75B69A8-5CC4-4041-AFD0-79F109E06016}" type="pres">
      <dgm:prSet presAssocID="{5EA4C894-A941-433B-B7BF-CDA4A5D7D12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C40D2F07-73BC-4FB8-9B61-E32BA94CD98C}" type="presOf" srcId="{76D46776-19CE-43AF-9BDE-461A74DBE093}" destId="{3909DA85-B0BE-4EB7-AD4D-9E0CFBBDED90}" srcOrd="0" destOrd="0" presId="urn:microsoft.com/office/officeart/2016/7/layout/BasicLinearProcessNumbered"/>
    <dgm:cxn modelId="{EE161B18-8C46-4DF8-8DE0-20A7166D8034}" type="presOf" srcId="{936372AD-5578-4940-9256-C8DB3FADBC4F}" destId="{2742075C-16A8-4B91-96DA-6141BC37A7EF}" srcOrd="0" destOrd="0" presId="urn:microsoft.com/office/officeart/2016/7/layout/BasicLinearProcessNumbered"/>
    <dgm:cxn modelId="{4C564C25-56D8-4588-884A-880C43BB22EA}" type="presOf" srcId="{5EA4C894-A941-433B-B7BF-CDA4A5D7D124}" destId="{15B8044A-E9F6-46B9-A660-CF1FF479BE9A}" srcOrd="0" destOrd="0" presId="urn:microsoft.com/office/officeart/2016/7/layout/BasicLinearProcessNumbered"/>
    <dgm:cxn modelId="{F916D528-91D5-4932-9E5C-5327B227CD75}" srcId="{86F60BD5-4152-4B40-BEED-74197402D9A3}" destId="{76D46776-19CE-43AF-9BDE-461A74DBE093}" srcOrd="0" destOrd="0" parTransId="{EF873A8F-8CB6-42E4-A7BE-70E455A32652}" sibTransId="{06E89960-6553-48E5-9407-031F2F7EBB50}"/>
    <dgm:cxn modelId="{57D5B95F-EDE0-4468-8A25-5EC850037B31}" type="presOf" srcId="{A2A85FB9-760A-4130-9033-7612FF56EBC8}" destId="{16A9AE31-5E2A-41EB-BFDD-3F1A4054E3F5}" srcOrd="0" destOrd="0" presId="urn:microsoft.com/office/officeart/2016/7/layout/BasicLinearProcessNumbered"/>
    <dgm:cxn modelId="{276F4142-87CD-42B0-908E-CB31108D2514}" srcId="{86F60BD5-4152-4B40-BEED-74197402D9A3}" destId="{5EA4C894-A941-433B-B7BF-CDA4A5D7D124}" srcOrd="3" destOrd="0" parTransId="{6299F5F8-7C9C-4528-A32C-6BFC1DB8407B}" sibTransId="{592265AD-6CED-44CA-BB67-720D0C3F9360}"/>
    <dgm:cxn modelId="{7690B762-8979-4844-A200-F462AF9D64B0}" type="presOf" srcId="{C5021062-EC82-4394-B25B-9CC84FFC4672}" destId="{28C96A7C-6C89-490F-9137-D49B177E0022}" srcOrd="0" destOrd="0" presId="urn:microsoft.com/office/officeart/2016/7/layout/BasicLinearProcessNumbered"/>
    <dgm:cxn modelId="{A107F462-5557-420B-8C2A-4129EE63E02E}" type="presOf" srcId="{5EA4C894-A941-433B-B7BF-CDA4A5D7D124}" destId="{B75B69A8-5CC4-4041-AFD0-79F109E06016}" srcOrd="1" destOrd="0" presId="urn:microsoft.com/office/officeart/2016/7/layout/BasicLinearProcessNumbered"/>
    <dgm:cxn modelId="{679A7F44-23DE-4314-A91F-7C599BEED1FF}" type="presOf" srcId="{57622F3E-FCF7-44AB-9BAF-5E3B73F33755}" destId="{9BD29923-8493-4B7E-A2DB-DB3BC5BBD3E8}" srcOrd="0" destOrd="0" presId="urn:microsoft.com/office/officeart/2016/7/layout/BasicLinearProcessNumbered"/>
    <dgm:cxn modelId="{BEDF1156-6AAB-4702-A45E-86835A7ED50A}" type="presOf" srcId="{76D46776-19CE-43AF-9BDE-461A74DBE093}" destId="{431B4863-E72A-4645-95F4-8DDE6BDACC13}" srcOrd="1" destOrd="0" presId="urn:microsoft.com/office/officeart/2016/7/layout/BasicLinearProcessNumbered"/>
    <dgm:cxn modelId="{CC826E88-8FE0-46CD-A599-ED428E88D126}" type="presOf" srcId="{86F60BD5-4152-4B40-BEED-74197402D9A3}" destId="{C931C672-4492-4110-8CB4-B06FC8CD9073}" srcOrd="0" destOrd="0" presId="urn:microsoft.com/office/officeart/2016/7/layout/BasicLinearProcessNumbered"/>
    <dgm:cxn modelId="{C53132C7-44DD-42F9-8319-87AF6ECDC218}" srcId="{86F60BD5-4152-4B40-BEED-74197402D9A3}" destId="{57622F3E-FCF7-44AB-9BAF-5E3B73F33755}" srcOrd="1" destOrd="0" parTransId="{C9942F29-3D75-449D-B782-8795890DDC89}" sibTransId="{C5021062-EC82-4394-B25B-9CC84FFC4672}"/>
    <dgm:cxn modelId="{C311B9CC-DA29-4686-AFEF-AC75D7CF2F87}" type="presOf" srcId="{57622F3E-FCF7-44AB-9BAF-5E3B73F33755}" destId="{3972D21B-9C9E-4C35-B838-0B2B91321435}" srcOrd="1" destOrd="0" presId="urn:microsoft.com/office/officeart/2016/7/layout/BasicLinearProcessNumbered"/>
    <dgm:cxn modelId="{A37B5CDC-E41E-404F-8E56-F47C0EAE61D0}" srcId="{86F60BD5-4152-4B40-BEED-74197402D9A3}" destId="{936372AD-5578-4940-9256-C8DB3FADBC4F}" srcOrd="2" destOrd="0" parTransId="{FF28F0E9-0DD4-4BEA-B22D-23B391C90B5A}" sibTransId="{A2A85FB9-760A-4130-9033-7612FF56EBC8}"/>
    <dgm:cxn modelId="{655A5FDC-B3D6-4954-994E-56BA0F23D560}" type="presOf" srcId="{936372AD-5578-4940-9256-C8DB3FADBC4F}" destId="{40AB4902-89EE-4C04-8087-2792E98AC87D}" srcOrd="1" destOrd="0" presId="urn:microsoft.com/office/officeart/2016/7/layout/BasicLinearProcessNumbered"/>
    <dgm:cxn modelId="{30B86CE6-766E-434C-AE85-3E15A4579D05}" type="presOf" srcId="{592265AD-6CED-44CA-BB67-720D0C3F9360}" destId="{DDF60916-4186-45A6-B649-33DB96F571EA}" srcOrd="0" destOrd="0" presId="urn:microsoft.com/office/officeart/2016/7/layout/BasicLinearProcessNumbered"/>
    <dgm:cxn modelId="{43F85AFB-F7E6-47D7-AC94-156982AA12D3}" type="presOf" srcId="{06E89960-6553-48E5-9407-031F2F7EBB50}" destId="{5ABA7039-6B29-4D90-8378-63363FF6F34B}" srcOrd="0" destOrd="0" presId="urn:microsoft.com/office/officeart/2016/7/layout/BasicLinearProcessNumbered"/>
    <dgm:cxn modelId="{E4412084-32E6-4240-BFEE-F458A3E673C3}" type="presParOf" srcId="{C931C672-4492-4110-8CB4-B06FC8CD9073}" destId="{A8E87A7A-3295-4FFA-B901-F7D6C1F3F58B}" srcOrd="0" destOrd="0" presId="urn:microsoft.com/office/officeart/2016/7/layout/BasicLinearProcessNumbered"/>
    <dgm:cxn modelId="{09329854-F8DE-43A1-BBD5-45687DAC10BF}" type="presParOf" srcId="{A8E87A7A-3295-4FFA-B901-F7D6C1F3F58B}" destId="{3909DA85-B0BE-4EB7-AD4D-9E0CFBBDED90}" srcOrd="0" destOrd="0" presId="urn:microsoft.com/office/officeart/2016/7/layout/BasicLinearProcessNumbered"/>
    <dgm:cxn modelId="{0D7ECA2D-B705-4A0F-A889-A553C6F5C842}" type="presParOf" srcId="{A8E87A7A-3295-4FFA-B901-F7D6C1F3F58B}" destId="{5ABA7039-6B29-4D90-8378-63363FF6F34B}" srcOrd="1" destOrd="0" presId="urn:microsoft.com/office/officeart/2016/7/layout/BasicLinearProcessNumbered"/>
    <dgm:cxn modelId="{289F4FB2-EB47-482C-8A02-6699C9DA14DA}" type="presParOf" srcId="{A8E87A7A-3295-4FFA-B901-F7D6C1F3F58B}" destId="{1C1B4C14-86D7-407B-AAC1-BE5B5ECC0368}" srcOrd="2" destOrd="0" presId="urn:microsoft.com/office/officeart/2016/7/layout/BasicLinearProcessNumbered"/>
    <dgm:cxn modelId="{75AA1BEC-C1F7-4BBE-BB3E-63CA47CBAD3F}" type="presParOf" srcId="{A8E87A7A-3295-4FFA-B901-F7D6C1F3F58B}" destId="{431B4863-E72A-4645-95F4-8DDE6BDACC13}" srcOrd="3" destOrd="0" presId="urn:microsoft.com/office/officeart/2016/7/layout/BasicLinearProcessNumbered"/>
    <dgm:cxn modelId="{8191D52C-9BF6-4E69-B3F5-7AB852EF882A}" type="presParOf" srcId="{C931C672-4492-4110-8CB4-B06FC8CD9073}" destId="{D123D56B-8BD7-4CBA-BDDB-975DB9D09A14}" srcOrd="1" destOrd="0" presId="urn:microsoft.com/office/officeart/2016/7/layout/BasicLinearProcessNumbered"/>
    <dgm:cxn modelId="{21DF10DD-93C4-43A6-80D0-18C9C14709CB}" type="presParOf" srcId="{C931C672-4492-4110-8CB4-B06FC8CD9073}" destId="{252EFBD9-23D1-4401-8819-0082FB7316A6}" srcOrd="2" destOrd="0" presId="urn:microsoft.com/office/officeart/2016/7/layout/BasicLinearProcessNumbered"/>
    <dgm:cxn modelId="{861BDA66-9E2A-4503-A21D-16136B64E737}" type="presParOf" srcId="{252EFBD9-23D1-4401-8819-0082FB7316A6}" destId="{9BD29923-8493-4B7E-A2DB-DB3BC5BBD3E8}" srcOrd="0" destOrd="0" presId="urn:microsoft.com/office/officeart/2016/7/layout/BasicLinearProcessNumbered"/>
    <dgm:cxn modelId="{AACC3BE4-1752-4CE3-BB7F-EFB0836DD879}" type="presParOf" srcId="{252EFBD9-23D1-4401-8819-0082FB7316A6}" destId="{28C96A7C-6C89-490F-9137-D49B177E0022}" srcOrd="1" destOrd="0" presId="urn:microsoft.com/office/officeart/2016/7/layout/BasicLinearProcessNumbered"/>
    <dgm:cxn modelId="{E890C2B7-DAF1-46A9-966A-7DF56A961F59}" type="presParOf" srcId="{252EFBD9-23D1-4401-8819-0082FB7316A6}" destId="{DDE47758-07AA-40EB-9B81-4A6266B680CC}" srcOrd="2" destOrd="0" presId="urn:microsoft.com/office/officeart/2016/7/layout/BasicLinearProcessNumbered"/>
    <dgm:cxn modelId="{23D5D877-DEF9-4E66-A358-FB243AE1E853}" type="presParOf" srcId="{252EFBD9-23D1-4401-8819-0082FB7316A6}" destId="{3972D21B-9C9E-4C35-B838-0B2B91321435}" srcOrd="3" destOrd="0" presId="urn:microsoft.com/office/officeart/2016/7/layout/BasicLinearProcessNumbered"/>
    <dgm:cxn modelId="{EB4EF093-1915-4F38-B91D-91BF9BB716F3}" type="presParOf" srcId="{C931C672-4492-4110-8CB4-B06FC8CD9073}" destId="{52BC7E5F-D928-4108-98F3-AB3D25CB7925}" srcOrd="3" destOrd="0" presId="urn:microsoft.com/office/officeart/2016/7/layout/BasicLinearProcessNumbered"/>
    <dgm:cxn modelId="{C1C130AF-5C79-4409-882B-54BF003CADF0}" type="presParOf" srcId="{C931C672-4492-4110-8CB4-B06FC8CD9073}" destId="{822EB195-1FAD-44DE-9CE9-DC5DA965C1B4}" srcOrd="4" destOrd="0" presId="urn:microsoft.com/office/officeart/2016/7/layout/BasicLinearProcessNumbered"/>
    <dgm:cxn modelId="{F54C4DB3-2990-4491-94AC-347F7DC5CFED}" type="presParOf" srcId="{822EB195-1FAD-44DE-9CE9-DC5DA965C1B4}" destId="{2742075C-16A8-4B91-96DA-6141BC37A7EF}" srcOrd="0" destOrd="0" presId="urn:microsoft.com/office/officeart/2016/7/layout/BasicLinearProcessNumbered"/>
    <dgm:cxn modelId="{41A01175-ACAC-4C76-B0CF-BBFAF237D616}" type="presParOf" srcId="{822EB195-1FAD-44DE-9CE9-DC5DA965C1B4}" destId="{16A9AE31-5E2A-41EB-BFDD-3F1A4054E3F5}" srcOrd="1" destOrd="0" presId="urn:microsoft.com/office/officeart/2016/7/layout/BasicLinearProcessNumbered"/>
    <dgm:cxn modelId="{16BFF953-CFC1-485A-83D3-0E7154FDF03B}" type="presParOf" srcId="{822EB195-1FAD-44DE-9CE9-DC5DA965C1B4}" destId="{D40A450B-DD8D-4FFD-9E14-7C048E0680A2}" srcOrd="2" destOrd="0" presId="urn:microsoft.com/office/officeart/2016/7/layout/BasicLinearProcessNumbered"/>
    <dgm:cxn modelId="{D1430EC2-CCB0-4A32-9247-5C6F8F47A9BC}" type="presParOf" srcId="{822EB195-1FAD-44DE-9CE9-DC5DA965C1B4}" destId="{40AB4902-89EE-4C04-8087-2792E98AC87D}" srcOrd="3" destOrd="0" presId="urn:microsoft.com/office/officeart/2016/7/layout/BasicLinearProcessNumbered"/>
    <dgm:cxn modelId="{5DC69306-5957-4DFB-8710-9BAC644EDCD3}" type="presParOf" srcId="{C931C672-4492-4110-8CB4-B06FC8CD9073}" destId="{F2CDF7D0-69B6-4E79-9135-453741AACEDD}" srcOrd="5" destOrd="0" presId="urn:microsoft.com/office/officeart/2016/7/layout/BasicLinearProcessNumbered"/>
    <dgm:cxn modelId="{4B53ADA4-9740-4A80-8005-F3E32E897FF6}" type="presParOf" srcId="{C931C672-4492-4110-8CB4-B06FC8CD9073}" destId="{8E14DADF-8BF3-4606-AF84-9DDE12A95979}" srcOrd="6" destOrd="0" presId="urn:microsoft.com/office/officeart/2016/7/layout/BasicLinearProcessNumbered"/>
    <dgm:cxn modelId="{B856D5C1-4C61-4250-922D-A50542C9CE55}" type="presParOf" srcId="{8E14DADF-8BF3-4606-AF84-9DDE12A95979}" destId="{15B8044A-E9F6-46B9-A660-CF1FF479BE9A}" srcOrd="0" destOrd="0" presId="urn:microsoft.com/office/officeart/2016/7/layout/BasicLinearProcessNumbered"/>
    <dgm:cxn modelId="{3D13D350-E684-4F7A-826A-D38F1AB5E32E}" type="presParOf" srcId="{8E14DADF-8BF3-4606-AF84-9DDE12A95979}" destId="{DDF60916-4186-45A6-B649-33DB96F571EA}" srcOrd="1" destOrd="0" presId="urn:microsoft.com/office/officeart/2016/7/layout/BasicLinearProcessNumbered"/>
    <dgm:cxn modelId="{CFECEEE1-566F-4B2C-A086-16E0F9BF095B}" type="presParOf" srcId="{8E14DADF-8BF3-4606-AF84-9DDE12A95979}" destId="{797407A5-6C94-4D6E-A00A-5E2006F21301}" srcOrd="2" destOrd="0" presId="urn:microsoft.com/office/officeart/2016/7/layout/BasicLinearProcessNumbered"/>
    <dgm:cxn modelId="{7A1B5EF7-482B-4669-A89D-40CF8732A18F}" type="presParOf" srcId="{8E14DADF-8BF3-4606-AF84-9DDE12A95979}" destId="{B75B69A8-5CC4-4041-AFD0-79F109E0601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F95A1A-1C42-4625-B5E9-D1777DDD6DF8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70A5B05-08FA-4432-B618-9CD1AF54A2FC}">
      <dgm:prSet/>
      <dgm:spPr/>
      <dgm:t>
        <a:bodyPr/>
        <a:lstStyle/>
        <a:p>
          <a:pPr>
            <a:defRPr cap="all"/>
          </a:pPr>
          <a:r>
            <a:rPr lang="en-US"/>
            <a:t>Main Findings</a:t>
          </a:r>
        </a:p>
      </dgm:t>
    </dgm:pt>
    <dgm:pt modelId="{6B6C5074-FCC3-4746-84ED-6859C3B64B46}" type="parTrans" cxnId="{9E60CB51-FEF3-4D60-B6DC-130B360D0DFE}">
      <dgm:prSet/>
      <dgm:spPr/>
      <dgm:t>
        <a:bodyPr/>
        <a:lstStyle/>
        <a:p>
          <a:endParaRPr lang="en-US"/>
        </a:p>
      </dgm:t>
    </dgm:pt>
    <dgm:pt modelId="{A13B3145-EFE9-49AF-9907-7D90203929F9}" type="sibTrans" cxnId="{9E60CB51-FEF3-4D60-B6DC-130B360D0DFE}">
      <dgm:prSet/>
      <dgm:spPr/>
      <dgm:t>
        <a:bodyPr/>
        <a:lstStyle/>
        <a:p>
          <a:endParaRPr lang="en-US"/>
        </a:p>
      </dgm:t>
    </dgm:pt>
    <dgm:pt modelId="{7EC0B6B1-DF56-4094-8704-B2A84B9D7B3A}">
      <dgm:prSet/>
      <dgm:spPr/>
      <dgm:t>
        <a:bodyPr/>
        <a:lstStyle/>
        <a:p>
          <a:pPr>
            <a:defRPr cap="all"/>
          </a:pPr>
          <a:r>
            <a:rPr lang="en-US"/>
            <a:t>Mental health symptom rates declined nationally by 2024 after peaking during the early pandemic period. </a:t>
          </a:r>
        </a:p>
      </dgm:t>
    </dgm:pt>
    <dgm:pt modelId="{07C534CC-A44E-4D6C-9751-88509AE8BD4E}" type="parTrans" cxnId="{DB920ECD-BD8B-43F5-BC8C-6596D76493F8}">
      <dgm:prSet/>
      <dgm:spPr/>
      <dgm:t>
        <a:bodyPr/>
        <a:lstStyle/>
        <a:p>
          <a:endParaRPr lang="en-US"/>
        </a:p>
      </dgm:t>
    </dgm:pt>
    <dgm:pt modelId="{EB81B479-FC9F-4073-BD44-D519B112DCD7}" type="sibTrans" cxnId="{DB920ECD-BD8B-43F5-BC8C-6596D76493F8}">
      <dgm:prSet/>
      <dgm:spPr/>
      <dgm:t>
        <a:bodyPr/>
        <a:lstStyle/>
        <a:p>
          <a:endParaRPr lang="en-US"/>
        </a:p>
      </dgm:t>
    </dgm:pt>
    <dgm:pt modelId="{770308AE-5619-4B97-9EC4-A7C10E168051}">
      <dgm:prSet/>
      <dgm:spPr/>
      <dgm:t>
        <a:bodyPr/>
        <a:lstStyle/>
        <a:p>
          <a:pPr>
            <a:defRPr cap="all"/>
          </a:pPr>
          <a:r>
            <a:rPr lang="en-US"/>
            <a:t>State-level disparities remained visible across survey periods. </a:t>
          </a:r>
        </a:p>
      </dgm:t>
    </dgm:pt>
    <dgm:pt modelId="{B0BB70F9-A12A-429C-B2F4-CEFE121EF8F0}" type="parTrans" cxnId="{58771F61-FB70-4D2A-945C-CB3497F4D638}">
      <dgm:prSet/>
      <dgm:spPr/>
      <dgm:t>
        <a:bodyPr/>
        <a:lstStyle/>
        <a:p>
          <a:endParaRPr lang="en-US"/>
        </a:p>
      </dgm:t>
    </dgm:pt>
    <dgm:pt modelId="{C482A1D5-FC7C-4039-9742-E337F927919D}" type="sibTrans" cxnId="{58771F61-FB70-4D2A-945C-CB3497F4D638}">
      <dgm:prSet/>
      <dgm:spPr/>
      <dgm:t>
        <a:bodyPr/>
        <a:lstStyle/>
        <a:p>
          <a:endParaRPr lang="en-US"/>
        </a:p>
      </dgm:t>
    </dgm:pt>
    <dgm:pt modelId="{3A5B091E-7E73-461B-8491-116C9DAA39EA}">
      <dgm:prSet/>
      <dgm:spPr/>
      <dgm:t>
        <a:bodyPr/>
        <a:lstStyle/>
        <a:p>
          <a:pPr>
            <a:defRPr cap="all"/>
          </a:pPr>
          <a:r>
            <a:rPr lang="en-US"/>
            <a:t>Younger adults consistently reported higher anxiety and depression symptom</a:t>
          </a:r>
        </a:p>
      </dgm:t>
    </dgm:pt>
    <dgm:pt modelId="{4B8EE2F8-A44E-4C45-8C86-4853D1BCF3C4}" type="parTrans" cxnId="{C0BE891E-357E-4CC1-A70F-11A75C9C249B}">
      <dgm:prSet/>
      <dgm:spPr/>
      <dgm:t>
        <a:bodyPr/>
        <a:lstStyle/>
        <a:p>
          <a:endParaRPr lang="en-US"/>
        </a:p>
      </dgm:t>
    </dgm:pt>
    <dgm:pt modelId="{0AA1BE4E-0F5A-4661-B876-D99660F2FB13}" type="sibTrans" cxnId="{C0BE891E-357E-4CC1-A70F-11A75C9C249B}">
      <dgm:prSet/>
      <dgm:spPr/>
      <dgm:t>
        <a:bodyPr/>
        <a:lstStyle/>
        <a:p>
          <a:endParaRPr lang="en-US"/>
        </a:p>
      </dgm:t>
    </dgm:pt>
    <dgm:pt modelId="{7511AA2C-D3E0-4A28-ACDF-0F97BFD92310}" type="pres">
      <dgm:prSet presAssocID="{D8F95A1A-1C42-4625-B5E9-D1777DDD6DF8}" presName="diagram" presStyleCnt="0">
        <dgm:presLayoutVars>
          <dgm:dir/>
          <dgm:resizeHandles val="exact"/>
        </dgm:presLayoutVars>
      </dgm:prSet>
      <dgm:spPr/>
    </dgm:pt>
    <dgm:pt modelId="{DD706713-2E89-4233-B892-3CA2E937711F}" type="pres">
      <dgm:prSet presAssocID="{070A5B05-08FA-4432-B618-9CD1AF54A2FC}" presName="node" presStyleLbl="node1" presStyleIdx="0" presStyleCnt="4">
        <dgm:presLayoutVars>
          <dgm:bulletEnabled val="1"/>
        </dgm:presLayoutVars>
      </dgm:prSet>
      <dgm:spPr/>
    </dgm:pt>
    <dgm:pt modelId="{D17E26C9-4EE3-43B0-B906-5FF5762FB0E1}" type="pres">
      <dgm:prSet presAssocID="{A13B3145-EFE9-49AF-9907-7D90203929F9}" presName="sibTrans" presStyleLbl="sibTrans2D1" presStyleIdx="0" presStyleCnt="3"/>
      <dgm:spPr/>
    </dgm:pt>
    <dgm:pt modelId="{62878ECB-5E43-4D5F-916F-ECDC705FBF53}" type="pres">
      <dgm:prSet presAssocID="{A13B3145-EFE9-49AF-9907-7D90203929F9}" presName="connectorText" presStyleLbl="sibTrans2D1" presStyleIdx="0" presStyleCnt="3"/>
      <dgm:spPr/>
    </dgm:pt>
    <dgm:pt modelId="{B8DDD0DF-705D-4AC1-8461-64B4288C2D81}" type="pres">
      <dgm:prSet presAssocID="{7EC0B6B1-DF56-4094-8704-B2A84B9D7B3A}" presName="node" presStyleLbl="node1" presStyleIdx="1" presStyleCnt="4">
        <dgm:presLayoutVars>
          <dgm:bulletEnabled val="1"/>
        </dgm:presLayoutVars>
      </dgm:prSet>
      <dgm:spPr/>
    </dgm:pt>
    <dgm:pt modelId="{D32B309E-7DD7-4065-9460-BC8E0CCF2C4F}" type="pres">
      <dgm:prSet presAssocID="{EB81B479-FC9F-4073-BD44-D519B112DCD7}" presName="sibTrans" presStyleLbl="sibTrans2D1" presStyleIdx="1" presStyleCnt="3"/>
      <dgm:spPr/>
    </dgm:pt>
    <dgm:pt modelId="{CD66F72C-856E-46FA-A66D-2B62C8768814}" type="pres">
      <dgm:prSet presAssocID="{EB81B479-FC9F-4073-BD44-D519B112DCD7}" presName="connectorText" presStyleLbl="sibTrans2D1" presStyleIdx="1" presStyleCnt="3"/>
      <dgm:spPr/>
    </dgm:pt>
    <dgm:pt modelId="{511B2C6A-B645-4920-9186-28C1F0710C1D}" type="pres">
      <dgm:prSet presAssocID="{770308AE-5619-4B97-9EC4-A7C10E168051}" presName="node" presStyleLbl="node1" presStyleIdx="2" presStyleCnt="4">
        <dgm:presLayoutVars>
          <dgm:bulletEnabled val="1"/>
        </dgm:presLayoutVars>
      </dgm:prSet>
      <dgm:spPr/>
    </dgm:pt>
    <dgm:pt modelId="{C4583244-0462-4159-8A11-7D5DE069A745}" type="pres">
      <dgm:prSet presAssocID="{C482A1D5-FC7C-4039-9742-E337F927919D}" presName="sibTrans" presStyleLbl="sibTrans2D1" presStyleIdx="2" presStyleCnt="3"/>
      <dgm:spPr/>
    </dgm:pt>
    <dgm:pt modelId="{E1821CD6-D456-4628-A761-4767022B2E08}" type="pres">
      <dgm:prSet presAssocID="{C482A1D5-FC7C-4039-9742-E337F927919D}" presName="connectorText" presStyleLbl="sibTrans2D1" presStyleIdx="2" presStyleCnt="3"/>
      <dgm:spPr/>
    </dgm:pt>
    <dgm:pt modelId="{2FB2A5DF-286A-4D60-98DE-933CC8F9DE11}" type="pres">
      <dgm:prSet presAssocID="{3A5B091E-7E73-461B-8491-116C9DAA39EA}" presName="node" presStyleLbl="node1" presStyleIdx="3" presStyleCnt="4">
        <dgm:presLayoutVars>
          <dgm:bulletEnabled val="1"/>
        </dgm:presLayoutVars>
      </dgm:prSet>
      <dgm:spPr/>
    </dgm:pt>
  </dgm:ptLst>
  <dgm:cxnLst>
    <dgm:cxn modelId="{08748A17-DB95-4295-A447-AA962A754492}" type="presOf" srcId="{A13B3145-EFE9-49AF-9907-7D90203929F9}" destId="{D17E26C9-4EE3-43B0-B906-5FF5762FB0E1}" srcOrd="0" destOrd="0" presId="urn:microsoft.com/office/officeart/2005/8/layout/process5"/>
    <dgm:cxn modelId="{4766F71C-3898-4BF1-BA3B-DF9BCF99AEEB}" type="presOf" srcId="{3A5B091E-7E73-461B-8491-116C9DAA39EA}" destId="{2FB2A5DF-286A-4D60-98DE-933CC8F9DE11}" srcOrd="0" destOrd="0" presId="urn:microsoft.com/office/officeart/2005/8/layout/process5"/>
    <dgm:cxn modelId="{C0BE891E-357E-4CC1-A70F-11A75C9C249B}" srcId="{D8F95A1A-1C42-4625-B5E9-D1777DDD6DF8}" destId="{3A5B091E-7E73-461B-8491-116C9DAA39EA}" srcOrd="3" destOrd="0" parTransId="{4B8EE2F8-A44E-4C45-8C86-4853D1BCF3C4}" sibTransId="{0AA1BE4E-0F5A-4661-B876-D99660F2FB13}"/>
    <dgm:cxn modelId="{6F5A5128-52D5-4AA6-955F-CF60258E5050}" type="presOf" srcId="{770308AE-5619-4B97-9EC4-A7C10E168051}" destId="{511B2C6A-B645-4920-9186-28C1F0710C1D}" srcOrd="0" destOrd="0" presId="urn:microsoft.com/office/officeart/2005/8/layout/process5"/>
    <dgm:cxn modelId="{2EBDAF35-CED4-44D0-A6A4-EFB4D7874A1A}" type="presOf" srcId="{C482A1D5-FC7C-4039-9742-E337F927919D}" destId="{E1821CD6-D456-4628-A761-4767022B2E08}" srcOrd="1" destOrd="0" presId="urn:microsoft.com/office/officeart/2005/8/layout/process5"/>
    <dgm:cxn modelId="{0CC5763C-1091-455A-8AB3-20899C9134C2}" type="presOf" srcId="{D8F95A1A-1C42-4625-B5E9-D1777DDD6DF8}" destId="{7511AA2C-D3E0-4A28-ACDF-0F97BFD92310}" srcOrd="0" destOrd="0" presId="urn:microsoft.com/office/officeart/2005/8/layout/process5"/>
    <dgm:cxn modelId="{58771F61-FB70-4D2A-945C-CB3497F4D638}" srcId="{D8F95A1A-1C42-4625-B5E9-D1777DDD6DF8}" destId="{770308AE-5619-4B97-9EC4-A7C10E168051}" srcOrd="2" destOrd="0" parTransId="{B0BB70F9-A12A-429C-B2F4-CEFE121EF8F0}" sibTransId="{C482A1D5-FC7C-4039-9742-E337F927919D}"/>
    <dgm:cxn modelId="{CBBE5861-CD95-41A7-BD8F-317DC9F18C10}" type="presOf" srcId="{7EC0B6B1-DF56-4094-8704-B2A84B9D7B3A}" destId="{B8DDD0DF-705D-4AC1-8461-64B4288C2D81}" srcOrd="0" destOrd="0" presId="urn:microsoft.com/office/officeart/2005/8/layout/process5"/>
    <dgm:cxn modelId="{4B580562-FF55-4EBE-8EEF-B2CB893D6B16}" type="presOf" srcId="{A13B3145-EFE9-49AF-9907-7D90203929F9}" destId="{62878ECB-5E43-4D5F-916F-ECDC705FBF53}" srcOrd="1" destOrd="0" presId="urn:microsoft.com/office/officeart/2005/8/layout/process5"/>
    <dgm:cxn modelId="{ABD1AF62-7A2B-45A2-9AA1-2C3B8C04E358}" type="presOf" srcId="{070A5B05-08FA-4432-B618-9CD1AF54A2FC}" destId="{DD706713-2E89-4233-B892-3CA2E937711F}" srcOrd="0" destOrd="0" presId="urn:microsoft.com/office/officeart/2005/8/layout/process5"/>
    <dgm:cxn modelId="{8D9E1743-3FDE-4ECF-93A3-68D2F38F0A00}" type="presOf" srcId="{EB81B479-FC9F-4073-BD44-D519B112DCD7}" destId="{CD66F72C-856E-46FA-A66D-2B62C8768814}" srcOrd="1" destOrd="0" presId="urn:microsoft.com/office/officeart/2005/8/layout/process5"/>
    <dgm:cxn modelId="{D8C89F6B-4ADF-4F42-8971-9BB445A3075E}" type="presOf" srcId="{EB81B479-FC9F-4073-BD44-D519B112DCD7}" destId="{D32B309E-7DD7-4065-9460-BC8E0CCF2C4F}" srcOrd="0" destOrd="0" presId="urn:microsoft.com/office/officeart/2005/8/layout/process5"/>
    <dgm:cxn modelId="{9E60CB51-FEF3-4D60-B6DC-130B360D0DFE}" srcId="{D8F95A1A-1C42-4625-B5E9-D1777DDD6DF8}" destId="{070A5B05-08FA-4432-B618-9CD1AF54A2FC}" srcOrd="0" destOrd="0" parTransId="{6B6C5074-FCC3-4746-84ED-6859C3B64B46}" sibTransId="{A13B3145-EFE9-49AF-9907-7D90203929F9}"/>
    <dgm:cxn modelId="{8C2394C7-8D8C-4346-9288-59FCD02C780E}" type="presOf" srcId="{C482A1D5-FC7C-4039-9742-E337F927919D}" destId="{C4583244-0462-4159-8A11-7D5DE069A745}" srcOrd="0" destOrd="0" presId="urn:microsoft.com/office/officeart/2005/8/layout/process5"/>
    <dgm:cxn modelId="{DB920ECD-BD8B-43F5-BC8C-6596D76493F8}" srcId="{D8F95A1A-1C42-4625-B5E9-D1777DDD6DF8}" destId="{7EC0B6B1-DF56-4094-8704-B2A84B9D7B3A}" srcOrd="1" destOrd="0" parTransId="{07C534CC-A44E-4D6C-9751-88509AE8BD4E}" sibTransId="{EB81B479-FC9F-4073-BD44-D519B112DCD7}"/>
    <dgm:cxn modelId="{B270EB9E-ADA8-4602-B0F5-3937BAA1FA83}" type="presParOf" srcId="{7511AA2C-D3E0-4A28-ACDF-0F97BFD92310}" destId="{DD706713-2E89-4233-B892-3CA2E937711F}" srcOrd="0" destOrd="0" presId="urn:microsoft.com/office/officeart/2005/8/layout/process5"/>
    <dgm:cxn modelId="{C7F1420F-2BBD-4224-9E76-64BE8CA6E080}" type="presParOf" srcId="{7511AA2C-D3E0-4A28-ACDF-0F97BFD92310}" destId="{D17E26C9-4EE3-43B0-B906-5FF5762FB0E1}" srcOrd="1" destOrd="0" presId="urn:microsoft.com/office/officeart/2005/8/layout/process5"/>
    <dgm:cxn modelId="{91E90AF0-61A7-4977-AAD3-D1D405F27FE8}" type="presParOf" srcId="{D17E26C9-4EE3-43B0-B906-5FF5762FB0E1}" destId="{62878ECB-5E43-4D5F-916F-ECDC705FBF53}" srcOrd="0" destOrd="0" presId="urn:microsoft.com/office/officeart/2005/8/layout/process5"/>
    <dgm:cxn modelId="{F46C6295-E651-452B-830C-C8EFADE313F7}" type="presParOf" srcId="{7511AA2C-D3E0-4A28-ACDF-0F97BFD92310}" destId="{B8DDD0DF-705D-4AC1-8461-64B4288C2D81}" srcOrd="2" destOrd="0" presId="urn:microsoft.com/office/officeart/2005/8/layout/process5"/>
    <dgm:cxn modelId="{A9632C49-3C76-4BC8-BC98-25C9AE79F03E}" type="presParOf" srcId="{7511AA2C-D3E0-4A28-ACDF-0F97BFD92310}" destId="{D32B309E-7DD7-4065-9460-BC8E0CCF2C4F}" srcOrd="3" destOrd="0" presId="urn:microsoft.com/office/officeart/2005/8/layout/process5"/>
    <dgm:cxn modelId="{B035B59E-CDA6-49E4-A0C4-3F58BDD026EA}" type="presParOf" srcId="{D32B309E-7DD7-4065-9460-BC8E0CCF2C4F}" destId="{CD66F72C-856E-46FA-A66D-2B62C8768814}" srcOrd="0" destOrd="0" presId="urn:microsoft.com/office/officeart/2005/8/layout/process5"/>
    <dgm:cxn modelId="{104059AD-49CB-43C1-90C1-44FA010DF2D2}" type="presParOf" srcId="{7511AA2C-D3E0-4A28-ACDF-0F97BFD92310}" destId="{511B2C6A-B645-4920-9186-28C1F0710C1D}" srcOrd="4" destOrd="0" presId="urn:microsoft.com/office/officeart/2005/8/layout/process5"/>
    <dgm:cxn modelId="{10C865EF-B412-4C1B-B4EE-1ED338BDD9D7}" type="presParOf" srcId="{7511AA2C-D3E0-4A28-ACDF-0F97BFD92310}" destId="{C4583244-0462-4159-8A11-7D5DE069A745}" srcOrd="5" destOrd="0" presId="urn:microsoft.com/office/officeart/2005/8/layout/process5"/>
    <dgm:cxn modelId="{1A64453E-525E-4646-86F5-007F147A0CFB}" type="presParOf" srcId="{C4583244-0462-4159-8A11-7D5DE069A745}" destId="{E1821CD6-D456-4628-A761-4767022B2E08}" srcOrd="0" destOrd="0" presId="urn:microsoft.com/office/officeart/2005/8/layout/process5"/>
    <dgm:cxn modelId="{37DC0B75-7365-4140-9FFC-7F21AF95811D}" type="presParOf" srcId="{7511AA2C-D3E0-4A28-ACDF-0F97BFD92310}" destId="{2FB2A5DF-286A-4D60-98DE-933CC8F9DE1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154A85-4F75-4ECC-B53E-C5D544D7FA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B52697F-8E44-4F0F-B718-7829BFF634DD}">
      <dgm:prSet/>
      <dgm:spPr/>
      <dgm:t>
        <a:bodyPr/>
        <a:lstStyle/>
        <a:p>
          <a:r>
            <a:rPr lang="en-US"/>
            <a:t>Study Limitations</a:t>
          </a:r>
        </a:p>
      </dgm:t>
    </dgm:pt>
    <dgm:pt modelId="{0DF63D12-1257-4A6E-B9D1-EDFB28E5C93B}" type="parTrans" cxnId="{36A4D2EE-8D40-40A2-98BD-756AE64E07E9}">
      <dgm:prSet/>
      <dgm:spPr/>
      <dgm:t>
        <a:bodyPr/>
        <a:lstStyle/>
        <a:p>
          <a:endParaRPr lang="en-US"/>
        </a:p>
      </dgm:t>
    </dgm:pt>
    <dgm:pt modelId="{00562306-9DFB-4E6B-A7EE-E81E9097591E}" type="sibTrans" cxnId="{36A4D2EE-8D40-40A2-98BD-756AE64E07E9}">
      <dgm:prSet/>
      <dgm:spPr/>
      <dgm:t>
        <a:bodyPr/>
        <a:lstStyle/>
        <a:p>
          <a:endParaRPr lang="en-US"/>
        </a:p>
      </dgm:t>
    </dgm:pt>
    <dgm:pt modelId="{0D27B498-904A-4440-8D28-FCB82AF02FAD}">
      <dgm:prSet/>
      <dgm:spPr/>
      <dgm:t>
        <a:bodyPr/>
        <a:lstStyle/>
        <a:p>
          <a:r>
            <a:rPr lang="en-US"/>
            <a:t>Survey-based self-reported symptoms </a:t>
          </a:r>
        </a:p>
      </dgm:t>
    </dgm:pt>
    <dgm:pt modelId="{94CD25A4-E86E-4AF0-847F-DFEDF2EE4F81}" type="parTrans" cxnId="{5186AFAA-6A56-4F4C-9E87-EB0667BD738B}">
      <dgm:prSet/>
      <dgm:spPr/>
      <dgm:t>
        <a:bodyPr/>
        <a:lstStyle/>
        <a:p>
          <a:endParaRPr lang="en-US"/>
        </a:p>
      </dgm:t>
    </dgm:pt>
    <dgm:pt modelId="{15E4A538-E70C-4005-8BD2-FE0C8B119615}" type="sibTrans" cxnId="{5186AFAA-6A56-4F4C-9E87-EB0667BD738B}">
      <dgm:prSet/>
      <dgm:spPr/>
      <dgm:t>
        <a:bodyPr/>
        <a:lstStyle/>
        <a:p>
          <a:endParaRPr lang="en-US"/>
        </a:p>
      </dgm:t>
    </dgm:pt>
    <dgm:pt modelId="{DC86B3E3-CA27-426D-834C-3DCA70B86D8B}">
      <dgm:prSet/>
      <dgm:spPr/>
      <dgm:t>
        <a:bodyPr/>
        <a:lstStyle/>
        <a:p>
          <a:r>
            <a:rPr lang="en-US"/>
            <a:t>Not clinical diagnoses </a:t>
          </a:r>
        </a:p>
      </dgm:t>
    </dgm:pt>
    <dgm:pt modelId="{98126B94-8206-4848-BFCC-5D69CBA73AAC}" type="parTrans" cxnId="{C91BF8F7-0425-45EF-9BA4-0BACE2046606}">
      <dgm:prSet/>
      <dgm:spPr/>
      <dgm:t>
        <a:bodyPr/>
        <a:lstStyle/>
        <a:p>
          <a:endParaRPr lang="en-US"/>
        </a:p>
      </dgm:t>
    </dgm:pt>
    <dgm:pt modelId="{62F4E1BC-3421-4569-97B8-7FC9AE5266D7}" type="sibTrans" cxnId="{C91BF8F7-0425-45EF-9BA4-0BACE2046606}">
      <dgm:prSet/>
      <dgm:spPr/>
      <dgm:t>
        <a:bodyPr/>
        <a:lstStyle/>
        <a:p>
          <a:endParaRPr lang="en-US"/>
        </a:p>
      </dgm:t>
    </dgm:pt>
    <dgm:pt modelId="{4DE392E9-90A9-4132-8FDE-E5BC6FC2342E}">
      <dgm:prSet/>
      <dgm:spPr/>
      <dgm:t>
        <a:bodyPr/>
        <a:lstStyle/>
        <a:p>
          <a:r>
            <a:rPr lang="en-US"/>
            <a:t>Survey periods are not daily observations </a:t>
          </a:r>
        </a:p>
      </dgm:t>
    </dgm:pt>
    <dgm:pt modelId="{0F447B85-0B6A-43FF-A7A9-21B87EC26A97}" type="parTrans" cxnId="{342680C4-74BE-403F-89CB-09916DEB228A}">
      <dgm:prSet/>
      <dgm:spPr/>
      <dgm:t>
        <a:bodyPr/>
        <a:lstStyle/>
        <a:p>
          <a:endParaRPr lang="en-US"/>
        </a:p>
      </dgm:t>
    </dgm:pt>
    <dgm:pt modelId="{B8650205-04FB-4D0B-B487-E8FD66823FEC}" type="sibTrans" cxnId="{342680C4-74BE-403F-89CB-09916DEB228A}">
      <dgm:prSet/>
      <dgm:spPr/>
      <dgm:t>
        <a:bodyPr/>
        <a:lstStyle/>
        <a:p>
          <a:endParaRPr lang="en-US"/>
        </a:p>
      </dgm:t>
    </dgm:pt>
    <dgm:pt modelId="{97FB058B-E9A8-47A5-8E10-86EBCEA1482E}">
      <dgm:prSet/>
      <dgm:spPr/>
      <dgm:t>
        <a:bodyPr/>
        <a:lstStyle/>
        <a:p>
          <a:r>
            <a:rPr lang="en-US"/>
            <a:t>Some comparisons contain statistical uncertainty </a:t>
          </a:r>
        </a:p>
      </dgm:t>
    </dgm:pt>
    <dgm:pt modelId="{67C177BB-896E-4F74-8A62-A22B602DC11C}" type="parTrans" cxnId="{50784BA5-68ED-4036-8C87-ACF5A7327B76}">
      <dgm:prSet/>
      <dgm:spPr/>
      <dgm:t>
        <a:bodyPr/>
        <a:lstStyle/>
        <a:p>
          <a:endParaRPr lang="en-US"/>
        </a:p>
      </dgm:t>
    </dgm:pt>
    <dgm:pt modelId="{431A6397-C139-4DA0-9E26-DA329FEAE040}" type="sibTrans" cxnId="{50784BA5-68ED-4036-8C87-ACF5A7327B76}">
      <dgm:prSet/>
      <dgm:spPr/>
      <dgm:t>
        <a:bodyPr/>
        <a:lstStyle/>
        <a:p>
          <a:endParaRPr lang="en-US"/>
        </a:p>
      </dgm:t>
    </dgm:pt>
    <dgm:pt modelId="{1130159C-E2DD-40C9-A410-A1E9F3756163}">
      <dgm:prSet/>
      <dgm:spPr/>
      <dgm:t>
        <a:bodyPr/>
        <a:lstStyle/>
        <a:p>
          <a:r>
            <a:rPr lang="en-US"/>
            <a:t>Dashboard findings do not establish causation</a:t>
          </a:r>
        </a:p>
      </dgm:t>
    </dgm:pt>
    <dgm:pt modelId="{047C4756-3EF2-4F0F-A5E8-18168D461211}" type="parTrans" cxnId="{8462AF40-B24C-4565-9D6E-8C0E10D5C3D6}">
      <dgm:prSet/>
      <dgm:spPr/>
      <dgm:t>
        <a:bodyPr/>
        <a:lstStyle/>
        <a:p>
          <a:endParaRPr lang="en-US"/>
        </a:p>
      </dgm:t>
    </dgm:pt>
    <dgm:pt modelId="{688FDF70-B606-413A-BADA-8B10C96C1AF7}" type="sibTrans" cxnId="{8462AF40-B24C-4565-9D6E-8C0E10D5C3D6}">
      <dgm:prSet/>
      <dgm:spPr/>
      <dgm:t>
        <a:bodyPr/>
        <a:lstStyle/>
        <a:p>
          <a:endParaRPr lang="en-US"/>
        </a:p>
      </dgm:t>
    </dgm:pt>
    <dgm:pt modelId="{E0818FB7-F7FB-4278-8031-B672832A6202}" type="pres">
      <dgm:prSet presAssocID="{9F154A85-4F75-4ECC-B53E-C5D544D7FA68}" presName="root" presStyleCnt="0">
        <dgm:presLayoutVars>
          <dgm:dir/>
          <dgm:resizeHandles val="exact"/>
        </dgm:presLayoutVars>
      </dgm:prSet>
      <dgm:spPr/>
    </dgm:pt>
    <dgm:pt modelId="{F85DAE3E-4023-4C2E-9B4A-0FB6A6D9D09E}" type="pres">
      <dgm:prSet presAssocID="{9F154A85-4F75-4ECC-B53E-C5D544D7FA68}" presName="container" presStyleCnt="0">
        <dgm:presLayoutVars>
          <dgm:dir/>
          <dgm:resizeHandles val="exact"/>
        </dgm:presLayoutVars>
      </dgm:prSet>
      <dgm:spPr/>
    </dgm:pt>
    <dgm:pt modelId="{DE3D4CA2-330F-4F6D-AF46-24ADD890C08D}" type="pres">
      <dgm:prSet presAssocID="{0B52697F-8E44-4F0F-B718-7829BFF634DD}" presName="compNode" presStyleCnt="0"/>
      <dgm:spPr/>
    </dgm:pt>
    <dgm:pt modelId="{5EA7888A-AB6B-4E3E-8A59-65C64C43B1B0}" type="pres">
      <dgm:prSet presAssocID="{0B52697F-8E44-4F0F-B718-7829BFF634DD}" presName="iconBgRect" presStyleLbl="bgShp" presStyleIdx="0" presStyleCnt="6"/>
      <dgm:spPr/>
    </dgm:pt>
    <dgm:pt modelId="{AD4E6F8A-7C8A-47C0-9FB4-BB219F00DD95}" type="pres">
      <dgm:prSet presAssocID="{0B52697F-8E44-4F0F-B718-7829BFF634D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E4CC852-DD7A-472F-8D69-E0C13DC1C6C9}" type="pres">
      <dgm:prSet presAssocID="{0B52697F-8E44-4F0F-B718-7829BFF634DD}" presName="spaceRect" presStyleCnt="0"/>
      <dgm:spPr/>
    </dgm:pt>
    <dgm:pt modelId="{860D35AF-4189-4949-84D3-92E0634CE48A}" type="pres">
      <dgm:prSet presAssocID="{0B52697F-8E44-4F0F-B718-7829BFF634DD}" presName="textRect" presStyleLbl="revTx" presStyleIdx="0" presStyleCnt="6">
        <dgm:presLayoutVars>
          <dgm:chMax val="1"/>
          <dgm:chPref val="1"/>
        </dgm:presLayoutVars>
      </dgm:prSet>
      <dgm:spPr/>
    </dgm:pt>
    <dgm:pt modelId="{F0912FE8-F73C-4AA0-B24B-6FF6C1A48B22}" type="pres">
      <dgm:prSet presAssocID="{00562306-9DFB-4E6B-A7EE-E81E9097591E}" presName="sibTrans" presStyleLbl="sibTrans2D1" presStyleIdx="0" presStyleCnt="0"/>
      <dgm:spPr/>
    </dgm:pt>
    <dgm:pt modelId="{97437088-F817-4ABA-AADA-83B5C394F931}" type="pres">
      <dgm:prSet presAssocID="{0D27B498-904A-4440-8D28-FCB82AF02FAD}" presName="compNode" presStyleCnt="0"/>
      <dgm:spPr/>
    </dgm:pt>
    <dgm:pt modelId="{8BCBACD3-357D-407A-B3E0-FA5DD93EB8F4}" type="pres">
      <dgm:prSet presAssocID="{0D27B498-904A-4440-8D28-FCB82AF02FAD}" presName="iconBgRect" presStyleLbl="bgShp" presStyleIdx="1" presStyleCnt="6"/>
      <dgm:spPr/>
    </dgm:pt>
    <dgm:pt modelId="{E2141562-C5D6-46DC-A54B-460266E64634}" type="pres">
      <dgm:prSet presAssocID="{0D27B498-904A-4440-8D28-FCB82AF02FA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4CFF2624-9F87-4D76-8DEC-EEEC6A82C1D9}" type="pres">
      <dgm:prSet presAssocID="{0D27B498-904A-4440-8D28-FCB82AF02FAD}" presName="spaceRect" presStyleCnt="0"/>
      <dgm:spPr/>
    </dgm:pt>
    <dgm:pt modelId="{54632699-57EC-4DD2-93D9-0F7EF04F1ACD}" type="pres">
      <dgm:prSet presAssocID="{0D27B498-904A-4440-8D28-FCB82AF02FAD}" presName="textRect" presStyleLbl="revTx" presStyleIdx="1" presStyleCnt="6">
        <dgm:presLayoutVars>
          <dgm:chMax val="1"/>
          <dgm:chPref val="1"/>
        </dgm:presLayoutVars>
      </dgm:prSet>
      <dgm:spPr/>
    </dgm:pt>
    <dgm:pt modelId="{BA536FF8-EDBF-4C03-843F-56B031760E4F}" type="pres">
      <dgm:prSet presAssocID="{15E4A538-E70C-4005-8BD2-FE0C8B119615}" presName="sibTrans" presStyleLbl="sibTrans2D1" presStyleIdx="0" presStyleCnt="0"/>
      <dgm:spPr/>
    </dgm:pt>
    <dgm:pt modelId="{B251ECB1-1F12-43A9-94E4-B37DB4D8FA84}" type="pres">
      <dgm:prSet presAssocID="{DC86B3E3-CA27-426D-834C-3DCA70B86D8B}" presName="compNode" presStyleCnt="0"/>
      <dgm:spPr/>
    </dgm:pt>
    <dgm:pt modelId="{B3339940-5B1A-4B6E-A024-5ADE46E8A4EF}" type="pres">
      <dgm:prSet presAssocID="{DC86B3E3-CA27-426D-834C-3DCA70B86D8B}" presName="iconBgRect" presStyleLbl="bgShp" presStyleIdx="2" presStyleCnt="6"/>
      <dgm:spPr/>
    </dgm:pt>
    <dgm:pt modelId="{BB749E0C-8ECA-4D4C-8FE4-0D522FDF505C}" type="pres">
      <dgm:prSet presAssocID="{DC86B3E3-CA27-426D-834C-3DCA70B86D8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8C93773-DDFF-44EE-85EE-8E5E3373D8E0}" type="pres">
      <dgm:prSet presAssocID="{DC86B3E3-CA27-426D-834C-3DCA70B86D8B}" presName="spaceRect" presStyleCnt="0"/>
      <dgm:spPr/>
    </dgm:pt>
    <dgm:pt modelId="{DA72168D-8245-41F4-9FAE-FE66D868256F}" type="pres">
      <dgm:prSet presAssocID="{DC86B3E3-CA27-426D-834C-3DCA70B86D8B}" presName="textRect" presStyleLbl="revTx" presStyleIdx="2" presStyleCnt="6">
        <dgm:presLayoutVars>
          <dgm:chMax val="1"/>
          <dgm:chPref val="1"/>
        </dgm:presLayoutVars>
      </dgm:prSet>
      <dgm:spPr/>
    </dgm:pt>
    <dgm:pt modelId="{9C6514A9-7CEC-4A7A-9AF4-CAD2CF6FB850}" type="pres">
      <dgm:prSet presAssocID="{62F4E1BC-3421-4569-97B8-7FC9AE5266D7}" presName="sibTrans" presStyleLbl="sibTrans2D1" presStyleIdx="0" presStyleCnt="0"/>
      <dgm:spPr/>
    </dgm:pt>
    <dgm:pt modelId="{80CE0BC7-2E01-4963-97B9-E469992D93F6}" type="pres">
      <dgm:prSet presAssocID="{4DE392E9-90A9-4132-8FDE-E5BC6FC2342E}" presName="compNode" presStyleCnt="0"/>
      <dgm:spPr/>
    </dgm:pt>
    <dgm:pt modelId="{A681ED8D-EA23-4DB5-8487-2071955BE297}" type="pres">
      <dgm:prSet presAssocID="{4DE392E9-90A9-4132-8FDE-E5BC6FC2342E}" presName="iconBgRect" presStyleLbl="bgShp" presStyleIdx="3" presStyleCnt="6"/>
      <dgm:spPr/>
    </dgm:pt>
    <dgm:pt modelId="{5036FDBD-19A8-40DF-BD99-FBE39571E248}" type="pres">
      <dgm:prSet presAssocID="{4DE392E9-90A9-4132-8FDE-E5BC6FC2342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C7EC8E22-A597-47BF-A54F-096D445E4114}" type="pres">
      <dgm:prSet presAssocID="{4DE392E9-90A9-4132-8FDE-E5BC6FC2342E}" presName="spaceRect" presStyleCnt="0"/>
      <dgm:spPr/>
    </dgm:pt>
    <dgm:pt modelId="{5099A76A-70E6-489C-9093-91F0A4AFC328}" type="pres">
      <dgm:prSet presAssocID="{4DE392E9-90A9-4132-8FDE-E5BC6FC2342E}" presName="textRect" presStyleLbl="revTx" presStyleIdx="3" presStyleCnt="6">
        <dgm:presLayoutVars>
          <dgm:chMax val="1"/>
          <dgm:chPref val="1"/>
        </dgm:presLayoutVars>
      </dgm:prSet>
      <dgm:spPr/>
    </dgm:pt>
    <dgm:pt modelId="{A7E84EB4-3EF1-4804-B7BE-C46754AFB24E}" type="pres">
      <dgm:prSet presAssocID="{B8650205-04FB-4D0B-B487-E8FD66823FEC}" presName="sibTrans" presStyleLbl="sibTrans2D1" presStyleIdx="0" presStyleCnt="0"/>
      <dgm:spPr/>
    </dgm:pt>
    <dgm:pt modelId="{55410D56-B63E-447D-84DD-5FDE51A157C2}" type="pres">
      <dgm:prSet presAssocID="{97FB058B-E9A8-47A5-8E10-86EBCEA1482E}" presName="compNode" presStyleCnt="0"/>
      <dgm:spPr/>
    </dgm:pt>
    <dgm:pt modelId="{65A06FC9-763B-4DB5-865B-6654AF83A789}" type="pres">
      <dgm:prSet presAssocID="{97FB058B-E9A8-47A5-8E10-86EBCEA1482E}" presName="iconBgRect" presStyleLbl="bgShp" presStyleIdx="4" presStyleCnt="6"/>
      <dgm:spPr/>
    </dgm:pt>
    <dgm:pt modelId="{5A1AA5C5-32B5-4A4E-9EA3-8C042EC0F4D8}" type="pres">
      <dgm:prSet presAssocID="{97FB058B-E9A8-47A5-8E10-86EBCEA1482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E76F937C-3F36-4F0D-A0AE-FC99EE4FAA51}" type="pres">
      <dgm:prSet presAssocID="{97FB058B-E9A8-47A5-8E10-86EBCEA1482E}" presName="spaceRect" presStyleCnt="0"/>
      <dgm:spPr/>
    </dgm:pt>
    <dgm:pt modelId="{CA647496-1CE3-4F48-A789-6A868B612A8A}" type="pres">
      <dgm:prSet presAssocID="{97FB058B-E9A8-47A5-8E10-86EBCEA1482E}" presName="textRect" presStyleLbl="revTx" presStyleIdx="4" presStyleCnt="6">
        <dgm:presLayoutVars>
          <dgm:chMax val="1"/>
          <dgm:chPref val="1"/>
        </dgm:presLayoutVars>
      </dgm:prSet>
      <dgm:spPr/>
    </dgm:pt>
    <dgm:pt modelId="{68379450-0838-4073-BEAF-D1B7B07B9AD6}" type="pres">
      <dgm:prSet presAssocID="{431A6397-C139-4DA0-9E26-DA329FEAE040}" presName="sibTrans" presStyleLbl="sibTrans2D1" presStyleIdx="0" presStyleCnt="0"/>
      <dgm:spPr/>
    </dgm:pt>
    <dgm:pt modelId="{6783BA39-AC45-47A9-9C23-522209F4A48A}" type="pres">
      <dgm:prSet presAssocID="{1130159C-E2DD-40C9-A410-A1E9F3756163}" presName="compNode" presStyleCnt="0"/>
      <dgm:spPr/>
    </dgm:pt>
    <dgm:pt modelId="{B0665B2B-6265-4C51-AC97-1E2E47E13EE2}" type="pres">
      <dgm:prSet presAssocID="{1130159C-E2DD-40C9-A410-A1E9F3756163}" presName="iconBgRect" presStyleLbl="bgShp" presStyleIdx="5" presStyleCnt="6"/>
      <dgm:spPr/>
    </dgm:pt>
    <dgm:pt modelId="{74B1FD8B-C353-416A-AC04-7D78C5289988}" type="pres">
      <dgm:prSet presAssocID="{1130159C-E2DD-40C9-A410-A1E9F37561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820515E-7D0C-460E-8A20-CF9122B193F2}" type="pres">
      <dgm:prSet presAssocID="{1130159C-E2DD-40C9-A410-A1E9F3756163}" presName="spaceRect" presStyleCnt="0"/>
      <dgm:spPr/>
    </dgm:pt>
    <dgm:pt modelId="{275E87DD-46DB-4A9B-9399-1ABA106931D6}" type="pres">
      <dgm:prSet presAssocID="{1130159C-E2DD-40C9-A410-A1E9F375616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D5C2E0A-0B56-40FD-9D47-37E777DE06CC}" type="presOf" srcId="{1130159C-E2DD-40C9-A410-A1E9F3756163}" destId="{275E87DD-46DB-4A9B-9399-1ABA106931D6}" srcOrd="0" destOrd="0" presId="urn:microsoft.com/office/officeart/2018/2/layout/IconCircleList"/>
    <dgm:cxn modelId="{EFA2C216-A67A-4516-8A91-BF6E4E37D7DE}" type="presOf" srcId="{DC86B3E3-CA27-426D-834C-3DCA70B86D8B}" destId="{DA72168D-8245-41F4-9FAE-FE66D868256F}" srcOrd="0" destOrd="0" presId="urn:microsoft.com/office/officeart/2018/2/layout/IconCircleList"/>
    <dgm:cxn modelId="{394D9C40-D901-4AC0-9C20-8E25A8AD2762}" type="presOf" srcId="{B8650205-04FB-4D0B-B487-E8FD66823FEC}" destId="{A7E84EB4-3EF1-4804-B7BE-C46754AFB24E}" srcOrd="0" destOrd="0" presId="urn:microsoft.com/office/officeart/2018/2/layout/IconCircleList"/>
    <dgm:cxn modelId="{8462AF40-B24C-4565-9D6E-8C0E10D5C3D6}" srcId="{9F154A85-4F75-4ECC-B53E-C5D544D7FA68}" destId="{1130159C-E2DD-40C9-A410-A1E9F3756163}" srcOrd="5" destOrd="0" parTransId="{047C4756-3EF2-4F0F-A5E8-18168D461211}" sibTransId="{688FDF70-B606-413A-BADA-8B10C96C1AF7}"/>
    <dgm:cxn modelId="{A060DB5E-97F1-4140-8194-9E5D32DF761F}" type="presOf" srcId="{97FB058B-E9A8-47A5-8E10-86EBCEA1482E}" destId="{CA647496-1CE3-4F48-A789-6A868B612A8A}" srcOrd="0" destOrd="0" presId="urn:microsoft.com/office/officeart/2018/2/layout/IconCircleList"/>
    <dgm:cxn modelId="{8FCC2160-1208-4381-ADB9-7D69AD2B228E}" type="presOf" srcId="{0D27B498-904A-4440-8D28-FCB82AF02FAD}" destId="{54632699-57EC-4DD2-93D9-0F7EF04F1ACD}" srcOrd="0" destOrd="0" presId="urn:microsoft.com/office/officeart/2018/2/layout/IconCircleList"/>
    <dgm:cxn modelId="{B8FB3469-35B3-40F0-BAAA-5A4FCABB803F}" type="presOf" srcId="{431A6397-C139-4DA0-9E26-DA329FEAE040}" destId="{68379450-0838-4073-BEAF-D1B7B07B9AD6}" srcOrd="0" destOrd="0" presId="urn:microsoft.com/office/officeart/2018/2/layout/IconCircleList"/>
    <dgm:cxn modelId="{F0AABA4A-D2C9-4B6E-9FDF-93AB15FC6778}" type="presOf" srcId="{62F4E1BC-3421-4569-97B8-7FC9AE5266D7}" destId="{9C6514A9-7CEC-4A7A-9AF4-CAD2CF6FB850}" srcOrd="0" destOrd="0" presId="urn:microsoft.com/office/officeart/2018/2/layout/IconCircleList"/>
    <dgm:cxn modelId="{1161E46D-DF52-43CE-8564-917E19FC1B75}" type="presOf" srcId="{00562306-9DFB-4E6B-A7EE-E81E9097591E}" destId="{F0912FE8-F73C-4AA0-B24B-6FF6C1A48B22}" srcOrd="0" destOrd="0" presId="urn:microsoft.com/office/officeart/2018/2/layout/IconCircleList"/>
    <dgm:cxn modelId="{70FC9677-0139-457A-A817-FF23161B2B8B}" type="presOf" srcId="{0B52697F-8E44-4F0F-B718-7829BFF634DD}" destId="{860D35AF-4189-4949-84D3-92E0634CE48A}" srcOrd="0" destOrd="0" presId="urn:microsoft.com/office/officeart/2018/2/layout/IconCircleList"/>
    <dgm:cxn modelId="{50784BA5-68ED-4036-8C87-ACF5A7327B76}" srcId="{9F154A85-4F75-4ECC-B53E-C5D544D7FA68}" destId="{97FB058B-E9A8-47A5-8E10-86EBCEA1482E}" srcOrd="4" destOrd="0" parTransId="{67C177BB-896E-4F74-8A62-A22B602DC11C}" sibTransId="{431A6397-C139-4DA0-9E26-DA329FEAE040}"/>
    <dgm:cxn modelId="{4F9228A8-FA2D-4EDF-912B-39BDE735B1F6}" type="presOf" srcId="{9F154A85-4F75-4ECC-B53E-C5D544D7FA68}" destId="{E0818FB7-F7FB-4278-8031-B672832A6202}" srcOrd="0" destOrd="0" presId="urn:microsoft.com/office/officeart/2018/2/layout/IconCircleList"/>
    <dgm:cxn modelId="{5186AFAA-6A56-4F4C-9E87-EB0667BD738B}" srcId="{9F154A85-4F75-4ECC-B53E-C5D544D7FA68}" destId="{0D27B498-904A-4440-8D28-FCB82AF02FAD}" srcOrd="1" destOrd="0" parTransId="{94CD25A4-E86E-4AF0-847F-DFEDF2EE4F81}" sibTransId="{15E4A538-E70C-4005-8BD2-FE0C8B119615}"/>
    <dgm:cxn modelId="{342680C4-74BE-403F-89CB-09916DEB228A}" srcId="{9F154A85-4F75-4ECC-B53E-C5D544D7FA68}" destId="{4DE392E9-90A9-4132-8FDE-E5BC6FC2342E}" srcOrd="3" destOrd="0" parTransId="{0F447B85-0B6A-43FF-A7A9-21B87EC26A97}" sibTransId="{B8650205-04FB-4D0B-B487-E8FD66823FEC}"/>
    <dgm:cxn modelId="{CA8276C7-CB80-4F5D-9ECF-191325C2C226}" type="presOf" srcId="{4DE392E9-90A9-4132-8FDE-E5BC6FC2342E}" destId="{5099A76A-70E6-489C-9093-91F0A4AFC328}" srcOrd="0" destOrd="0" presId="urn:microsoft.com/office/officeart/2018/2/layout/IconCircleList"/>
    <dgm:cxn modelId="{36A4D2EE-8D40-40A2-98BD-756AE64E07E9}" srcId="{9F154A85-4F75-4ECC-B53E-C5D544D7FA68}" destId="{0B52697F-8E44-4F0F-B718-7829BFF634DD}" srcOrd="0" destOrd="0" parTransId="{0DF63D12-1257-4A6E-B9D1-EDFB28E5C93B}" sibTransId="{00562306-9DFB-4E6B-A7EE-E81E9097591E}"/>
    <dgm:cxn modelId="{C91BF8F7-0425-45EF-9BA4-0BACE2046606}" srcId="{9F154A85-4F75-4ECC-B53E-C5D544D7FA68}" destId="{DC86B3E3-CA27-426D-834C-3DCA70B86D8B}" srcOrd="2" destOrd="0" parTransId="{98126B94-8206-4848-BFCC-5D69CBA73AAC}" sibTransId="{62F4E1BC-3421-4569-97B8-7FC9AE5266D7}"/>
    <dgm:cxn modelId="{772A56FA-54C5-410B-93DF-CA714542BFD6}" type="presOf" srcId="{15E4A538-E70C-4005-8BD2-FE0C8B119615}" destId="{BA536FF8-EDBF-4C03-843F-56B031760E4F}" srcOrd="0" destOrd="0" presId="urn:microsoft.com/office/officeart/2018/2/layout/IconCircleList"/>
    <dgm:cxn modelId="{54872367-8EE9-4721-A8AD-A3A554FEA158}" type="presParOf" srcId="{E0818FB7-F7FB-4278-8031-B672832A6202}" destId="{F85DAE3E-4023-4C2E-9B4A-0FB6A6D9D09E}" srcOrd="0" destOrd="0" presId="urn:microsoft.com/office/officeart/2018/2/layout/IconCircleList"/>
    <dgm:cxn modelId="{B0A29D2F-18B5-4EEC-8A11-B3CBFCC627D1}" type="presParOf" srcId="{F85DAE3E-4023-4C2E-9B4A-0FB6A6D9D09E}" destId="{DE3D4CA2-330F-4F6D-AF46-24ADD890C08D}" srcOrd="0" destOrd="0" presId="urn:microsoft.com/office/officeart/2018/2/layout/IconCircleList"/>
    <dgm:cxn modelId="{612C1FA0-DD0A-4BD0-8CBD-FCD51863FD83}" type="presParOf" srcId="{DE3D4CA2-330F-4F6D-AF46-24ADD890C08D}" destId="{5EA7888A-AB6B-4E3E-8A59-65C64C43B1B0}" srcOrd="0" destOrd="0" presId="urn:microsoft.com/office/officeart/2018/2/layout/IconCircleList"/>
    <dgm:cxn modelId="{58277C5C-1033-4B94-B0A6-6727FA5AA3B0}" type="presParOf" srcId="{DE3D4CA2-330F-4F6D-AF46-24ADD890C08D}" destId="{AD4E6F8A-7C8A-47C0-9FB4-BB219F00DD95}" srcOrd="1" destOrd="0" presId="urn:microsoft.com/office/officeart/2018/2/layout/IconCircleList"/>
    <dgm:cxn modelId="{3C37E790-456C-4DAA-ADAD-351DC09FC23C}" type="presParOf" srcId="{DE3D4CA2-330F-4F6D-AF46-24ADD890C08D}" destId="{3E4CC852-DD7A-472F-8D69-E0C13DC1C6C9}" srcOrd="2" destOrd="0" presId="urn:microsoft.com/office/officeart/2018/2/layout/IconCircleList"/>
    <dgm:cxn modelId="{0CCF0875-F855-428D-AEEB-A6322A44BFAB}" type="presParOf" srcId="{DE3D4CA2-330F-4F6D-AF46-24ADD890C08D}" destId="{860D35AF-4189-4949-84D3-92E0634CE48A}" srcOrd="3" destOrd="0" presId="urn:microsoft.com/office/officeart/2018/2/layout/IconCircleList"/>
    <dgm:cxn modelId="{5A1D0F60-2BE5-48A5-A7D1-E8D18B705941}" type="presParOf" srcId="{F85DAE3E-4023-4C2E-9B4A-0FB6A6D9D09E}" destId="{F0912FE8-F73C-4AA0-B24B-6FF6C1A48B22}" srcOrd="1" destOrd="0" presId="urn:microsoft.com/office/officeart/2018/2/layout/IconCircleList"/>
    <dgm:cxn modelId="{D9DF55DF-0B58-44A5-A8C6-28C8EB250079}" type="presParOf" srcId="{F85DAE3E-4023-4C2E-9B4A-0FB6A6D9D09E}" destId="{97437088-F817-4ABA-AADA-83B5C394F931}" srcOrd="2" destOrd="0" presId="urn:microsoft.com/office/officeart/2018/2/layout/IconCircleList"/>
    <dgm:cxn modelId="{8AF3898B-5D77-4EA8-A182-407C04AB4BE7}" type="presParOf" srcId="{97437088-F817-4ABA-AADA-83B5C394F931}" destId="{8BCBACD3-357D-407A-B3E0-FA5DD93EB8F4}" srcOrd="0" destOrd="0" presId="urn:microsoft.com/office/officeart/2018/2/layout/IconCircleList"/>
    <dgm:cxn modelId="{6D4ABA8E-6000-450A-B299-CF6F95B59517}" type="presParOf" srcId="{97437088-F817-4ABA-AADA-83B5C394F931}" destId="{E2141562-C5D6-46DC-A54B-460266E64634}" srcOrd="1" destOrd="0" presId="urn:microsoft.com/office/officeart/2018/2/layout/IconCircleList"/>
    <dgm:cxn modelId="{58B2F5AE-0ED5-41DC-ACB2-F0CA6B59B973}" type="presParOf" srcId="{97437088-F817-4ABA-AADA-83B5C394F931}" destId="{4CFF2624-9F87-4D76-8DEC-EEEC6A82C1D9}" srcOrd="2" destOrd="0" presId="urn:microsoft.com/office/officeart/2018/2/layout/IconCircleList"/>
    <dgm:cxn modelId="{4BAC1F9E-FED7-4E61-ABE1-068E8607CC35}" type="presParOf" srcId="{97437088-F817-4ABA-AADA-83B5C394F931}" destId="{54632699-57EC-4DD2-93D9-0F7EF04F1ACD}" srcOrd="3" destOrd="0" presId="urn:microsoft.com/office/officeart/2018/2/layout/IconCircleList"/>
    <dgm:cxn modelId="{12BE77FA-1B88-4978-B129-6050D229C7B2}" type="presParOf" srcId="{F85DAE3E-4023-4C2E-9B4A-0FB6A6D9D09E}" destId="{BA536FF8-EDBF-4C03-843F-56B031760E4F}" srcOrd="3" destOrd="0" presId="urn:microsoft.com/office/officeart/2018/2/layout/IconCircleList"/>
    <dgm:cxn modelId="{C24717D5-F98D-4422-AD97-99251BCE8627}" type="presParOf" srcId="{F85DAE3E-4023-4C2E-9B4A-0FB6A6D9D09E}" destId="{B251ECB1-1F12-43A9-94E4-B37DB4D8FA84}" srcOrd="4" destOrd="0" presId="urn:microsoft.com/office/officeart/2018/2/layout/IconCircleList"/>
    <dgm:cxn modelId="{90BF54A6-C2FE-4FDD-B7F1-E83B01174047}" type="presParOf" srcId="{B251ECB1-1F12-43A9-94E4-B37DB4D8FA84}" destId="{B3339940-5B1A-4B6E-A024-5ADE46E8A4EF}" srcOrd="0" destOrd="0" presId="urn:microsoft.com/office/officeart/2018/2/layout/IconCircleList"/>
    <dgm:cxn modelId="{B371745F-FB44-4374-ACC5-C4CA272F0E32}" type="presParOf" srcId="{B251ECB1-1F12-43A9-94E4-B37DB4D8FA84}" destId="{BB749E0C-8ECA-4D4C-8FE4-0D522FDF505C}" srcOrd="1" destOrd="0" presId="urn:microsoft.com/office/officeart/2018/2/layout/IconCircleList"/>
    <dgm:cxn modelId="{A4B2FD21-6AAA-42AC-9781-FE26CF62E441}" type="presParOf" srcId="{B251ECB1-1F12-43A9-94E4-B37DB4D8FA84}" destId="{68C93773-DDFF-44EE-85EE-8E5E3373D8E0}" srcOrd="2" destOrd="0" presId="urn:microsoft.com/office/officeart/2018/2/layout/IconCircleList"/>
    <dgm:cxn modelId="{2436744B-544E-4946-97AC-70C816616EB0}" type="presParOf" srcId="{B251ECB1-1F12-43A9-94E4-B37DB4D8FA84}" destId="{DA72168D-8245-41F4-9FAE-FE66D868256F}" srcOrd="3" destOrd="0" presId="urn:microsoft.com/office/officeart/2018/2/layout/IconCircleList"/>
    <dgm:cxn modelId="{37973A78-F421-4E3F-9233-F4380211527A}" type="presParOf" srcId="{F85DAE3E-4023-4C2E-9B4A-0FB6A6D9D09E}" destId="{9C6514A9-7CEC-4A7A-9AF4-CAD2CF6FB850}" srcOrd="5" destOrd="0" presId="urn:microsoft.com/office/officeart/2018/2/layout/IconCircleList"/>
    <dgm:cxn modelId="{0F9B61E6-1F46-45CB-9E8A-18B893D09379}" type="presParOf" srcId="{F85DAE3E-4023-4C2E-9B4A-0FB6A6D9D09E}" destId="{80CE0BC7-2E01-4963-97B9-E469992D93F6}" srcOrd="6" destOrd="0" presId="urn:microsoft.com/office/officeart/2018/2/layout/IconCircleList"/>
    <dgm:cxn modelId="{4509CEDB-D3A5-4E20-B191-A7A58F2D357F}" type="presParOf" srcId="{80CE0BC7-2E01-4963-97B9-E469992D93F6}" destId="{A681ED8D-EA23-4DB5-8487-2071955BE297}" srcOrd="0" destOrd="0" presId="urn:microsoft.com/office/officeart/2018/2/layout/IconCircleList"/>
    <dgm:cxn modelId="{2A6AA048-6834-4EB4-996F-4CED243998FA}" type="presParOf" srcId="{80CE0BC7-2E01-4963-97B9-E469992D93F6}" destId="{5036FDBD-19A8-40DF-BD99-FBE39571E248}" srcOrd="1" destOrd="0" presId="urn:microsoft.com/office/officeart/2018/2/layout/IconCircleList"/>
    <dgm:cxn modelId="{2472F594-00F3-42C0-8CB3-2C1EC6786F89}" type="presParOf" srcId="{80CE0BC7-2E01-4963-97B9-E469992D93F6}" destId="{C7EC8E22-A597-47BF-A54F-096D445E4114}" srcOrd="2" destOrd="0" presId="urn:microsoft.com/office/officeart/2018/2/layout/IconCircleList"/>
    <dgm:cxn modelId="{02431FD7-5138-4822-97DB-96998C23E161}" type="presParOf" srcId="{80CE0BC7-2E01-4963-97B9-E469992D93F6}" destId="{5099A76A-70E6-489C-9093-91F0A4AFC328}" srcOrd="3" destOrd="0" presId="urn:microsoft.com/office/officeart/2018/2/layout/IconCircleList"/>
    <dgm:cxn modelId="{60AEC422-3508-4A72-B1DD-DCE44F1DF3AF}" type="presParOf" srcId="{F85DAE3E-4023-4C2E-9B4A-0FB6A6D9D09E}" destId="{A7E84EB4-3EF1-4804-B7BE-C46754AFB24E}" srcOrd="7" destOrd="0" presId="urn:microsoft.com/office/officeart/2018/2/layout/IconCircleList"/>
    <dgm:cxn modelId="{4AE88F53-C5FB-4E8B-A5A7-281F98BC2950}" type="presParOf" srcId="{F85DAE3E-4023-4C2E-9B4A-0FB6A6D9D09E}" destId="{55410D56-B63E-447D-84DD-5FDE51A157C2}" srcOrd="8" destOrd="0" presId="urn:microsoft.com/office/officeart/2018/2/layout/IconCircleList"/>
    <dgm:cxn modelId="{E7922AAD-5BC7-480A-A687-9C5624BA50DF}" type="presParOf" srcId="{55410D56-B63E-447D-84DD-5FDE51A157C2}" destId="{65A06FC9-763B-4DB5-865B-6654AF83A789}" srcOrd="0" destOrd="0" presId="urn:microsoft.com/office/officeart/2018/2/layout/IconCircleList"/>
    <dgm:cxn modelId="{C8472BF8-C847-4F20-9D77-C1D2DCC1F867}" type="presParOf" srcId="{55410D56-B63E-447D-84DD-5FDE51A157C2}" destId="{5A1AA5C5-32B5-4A4E-9EA3-8C042EC0F4D8}" srcOrd="1" destOrd="0" presId="urn:microsoft.com/office/officeart/2018/2/layout/IconCircleList"/>
    <dgm:cxn modelId="{CC720E0D-D49D-4CBD-8734-C922F2004F20}" type="presParOf" srcId="{55410D56-B63E-447D-84DD-5FDE51A157C2}" destId="{E76F937C-3F36-4F0D-A0AE-FC99EE4FAA51}" srcOrd="2" destOrd="0" presId="urn:microsoft.com/office/officeart/2018/2/layout/IconCircleList"/>
    <dgm:cxn modelId="{3BE3D48B-FCF3-48FB-82CB-8C52B30BA8E8}" type="presParOf" srcId="{55410D56-B63E-447D-84DD-5FDE51A157C2}" destId="{CA647496-1CE3-4F48-A789-6A868B612A8A}" srcOrd="3" destOrd="0" presId="urn:microsoft.com/office/officeart/2018/2/layout/IconCircleList"/>
    <dgm:cxn modelId="{C2D9F59F-9EEF-4D70-AF11-1B4B3F3545C2}" type="presParOf" srcId="{F85DAE3E-4023-4C2E-9B4A-0FB6A6D9D09E}" destId="{68379450-0838-4073-BEAF-D1B7B07B9AD6}" srcOrd="9" destOrd="0" presId="urn:microsoft.com/office/officeart/2018/2/layout/IconCircleList"/>
    <dgm:cxn modelId="{25BF089E-BA6C-4855-A6F1-ED73BB15243F}" type="presParOf" srcId="{F85DAE3E-4023-4C2E-9B4A-0FB6A6D9D09E}" destId="{6783BA39-AC45-47A9-9C23-522209F4A48A}" srcOrd="10" destOrd="0" presId="urn:microsoft.com/office/officeart/2018/2/layout/IconCircleList"/>
    <dgm:cxn modelId="{7E241169-F1B2-44CA-8A62-C58ECC1BA8B4}" type="presParOf" srcId="{6783BA39-AC45-47A9-9C23-522209F4A48A}" destId="{B0665B2B-6265-4C51-AC97-1E2E47E13EE2}" srcOrd="0" destOrd="0" presId="urn:microsoft.com/office/officeart/2018/2/layout/IconCircleList"/>
    <dgm:cxn modelId="{9E1C0E58-C227-4CCD-B0EE-2457442082DC}" type="presParOf" srcId="{6783BA39-AC45-47A9-9C23-522209F4A48A}" destId="{74B1FD8B-C353-416A-AC04-7D78C5289988}" srcOrd="1" destOrd="0" presId="urn:microsoft.com/office/officeart/2018/2/layout/IconCircleList"/>
    <dgm:cxn modelId="{FA1C764E-1C5A-4FB1-A488-FC5887C776B5}" type="presParOf" srcId="{6783BA39-AC45-47A9-9C23-522209F4A48A}" destId="{A820515E-7D0C-460E-8A20-CF9122B193F2}" srcOrd="2" destOrd="0" presId="urn:microsoft.com/office/officeart/2018/2/layout/IconCircleList"/>
    <dgm:cxn modelId="{7B244BD8-7D01-4D8A-B023-1622FC11A4B3}" type="presParOf" srcId="{6783BA39-AC45-47A9-9C23-522209F4A48A}" destId="{275E87DD-46DB-4A9B-9399-1ABA106931D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7607A2-5570-4649-BE55-B553CBBCA2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6D1EC32-7A20-4CF9-97D6-ACAA17FA0771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https://www.kaggle.com/datasets/melissamonfared/indicators-of-anxiety-or-depression</a:t>
          </a:r>
          <a:endParaRPr lang="en-US"/>
        </a:p>
      </dgm:t>
    </dgm:pt>
    <dgm:pt modelId="{0AF23857-489E-45F9-97A5-8545C19B670D}" type="parTrans" cxnId="{1D3F191A-10AC-4473-8733-5470FD91C80E}">
      <dgm:prSet/>
      <dgm:spPr/>
      <dgm:t>
        <a:bodyPr/>
        <a:lstStyle/>
        <a:p>
          <a:endParaRPr lang="en-US"/>
        </a:p>
      </dgm:t>
    </dgm:pt>
    <dgm:pt modelId="{1F3F1F59-7610-40F5-A9BC-B7048211E8A4}" type="sibTrans" cxnId="{1D3F191A-10AC-4473-8733-5470FD91C80E}">
      <dgm:prSet/>
      <dgm:spPr/>
      <dgm:t>
        <a:bodyPr/>
        <a:lstStyle/>
        <a:p>
          <a:endParaRPr lang="en-US"/>
        </a:p>
      </dgm:t>
    </dgm:pt>
    <dgm:pt modelId="{AC9CDAAC-7A55-4483-9EF8-469A8ED178DE}">
      <dgm:prSet/>
      <dgm:spPr/>
      <dgm:t>
        <a:bodyPr/>
        <a:lstStyle/>
        <a:p>
          <a:r>
            <a:rPr lang="en-US"/>
            <a:t>YouTube. (n.d.). </a:t>
          </a:r>
          <a:r>
            <a:rPr lang="en-US" i="1"/>
            <a:t>YouTube</a:t>
          </a:r>
          <a:r>
            <a:rPr lang="en-US"/>
            <a:t>. </a:t>
          </a:r>
          <a:r>
            <a:rPr lang="en-US">
              <a:hlinkClick xmlns:r="http://schemas.openxmlformats.org/officeDocument/2006/relationships" r:id="rId2"/>
            </a:rPr>
            <a:t>https://www.youtube.com/</a:t>
          </a:r>
          <a:endParaRPr lang="en-US"/>
        </a:p>
      </dgm:t>
    </dgm:pt>
    <dgm:pt modelId="{DECAF0FD-684B-4E8B-A7AB-1BC0346D9892}" type="parTrans" cxnId="{3F4EA673-30E2-4E49-B2B1-9A8B9E38277B}">
      <dgm:prSet/>
      <dgm:spPr/>
      <dgm:t>
        <a:bodyPr/>
        <a:lstStyle/>
        <a:p>
          <a:endParaRPr lang="en-US"/>
        </a:p>
      </dgm:t>
    </dgm:pt>
    <dgm:pt modelId="{62C5FBBF-FB10-45C3-9EA0-21E8F23885C4}" type="sibTrans" cxnId="{3F4EA673-30E2-4E49-B2B1-9A8B9E38277B}">
      <dgm:prSet/>
      <dgm:spPr/>
      <dgm:t>
        <a:bodyPr/>
        <a:lstStyle/>
        <a:p>
          <a:endParaRPr lang="en-US"/>
        </a:p>
      </dgm:t>
    </dgm:pt>
    <dgm:pt modelId="{48F86979-0D91-467B-933E-93339FE7B0F3}" type="pres">
      <dgm:prSet presAssocID="{E37607A2-5570-4649-BE55-B553CBBCA216}" presName="root" presStyleCnt="0">
        <dgm:presLayoutVars>
          <dgm:dir/>
          <dgm:resizeHandles val="exact"/>
        </dgm:presLayoutVars>
      </dgm:prSet>
      <dgm:spPr/>
    </dgm:pt>
    <dgm:pt modelId="{DFE2B2B6-0C7C-4AA0-81B7-13709586E308}" type="pres">
      <dgm:prSet presAssocID="{56D1EC32-7A20-4CF9-97D6-ACAA17FA0771}" presName="compNode" presStyleCnt="0"/>
      <dgm:spPr/>
    </dgm:pt>
    <dgm:pt modelId="{6030F98C-4320-4E18-BD77-009AD2A68B78}" type="pres">
      <dgm:prSet presAssocID="{56D1EC32-7A20-4CF9-97D6-ACAA17FA0771}" presName="bgRect" presStyleLbl="bgShp" presStyleIdx="0" presStyleCnt="2"/>
      <dgm:spPr/>
    </dgm:pt>
    <dgm:pt modelId="{9AF8CC4F-ACC0-4A04-B1B6-927A3B226E0E}" type="pres">
      <dgm:prSet presAssocID="{56D1EC32-7A20-4CF9-97D6-ACAA17FA077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6CC4AF73-03A0-44F0-86BD-855E7FD02ED7}" type="pres">
      <dgm:prSet presAssocID="{56D1EC32-7A20-4CF9-97D6-ACAA17FA0771}" presName="spaceRect" presStyleCnt="0"/>
      <dgm:spPr/>
    </dgm:pt>
    <dgm:pt modelId="{7CB04153-024A-472F-8E22-E48F3196204A}" type="pres">
      <dgm:prSet presAssocID="{56D1EC32-7A20-4CF9-97D6-ACAA17FA0771}" presName="parTx" presStyleLbl="revTx" presStyleIdx="0" presStyleCnt="2">
        <dgm:presLayoutVars>
          <dgm:chMax val="0"/>
          <dgm:chPref val="0"/>
        </dgm:presLayoutVars>
      </dgm:prSet>
      <dgm:spPr/>
    </dgm:pt>
    <dgm:pt modelId="{ECDA7C4E-B2D5-4FC6-9C66-F0C5576F8661}" type="pres">
      <dgm:prSet presAssocID="{1F3F1F59-7610-40F5-A9BC-B7048211E8A4}" presName="sibTrans" presStyleCnt="0"/>
      <dgm:spPr/>
    </dgm:pt>
    <dgm:pt modelId="{456AA677-0D78-4A7B-9903-8A49ED3BB8FC}" type="pres">
      <dgm:prSet presAssocID="{AC9CDAAC-7A55-4483-9EF8-469A8ED178DE}" presName="compNode" presStyleCnt="0"/>
      <dgm:spPr/>
    </dgm:pt>
    <dgm:pt modelId="{449AABBB-4E91-49EA-940C-1967399DF396}" type="pres">
      <dgm:prSet presAssocID="{AC9CDAAC-7A55-4483-9EF8-469A8ED178DE}" presName="bgRect" presStyleLbl="bgShp" presStyleIdx="1" presStyleCnt="2"/>
      <dgm:spPr/>
    </dgm:pt>
    <dgm:pt modelId="{CE9B14CB-465F-41EF-ABEE-D4C122AFF5E6}" type="pres">
      <dgm:prSet presAssocID="{AC9CDAAC-7A55-4483-9EF8-469A8ED178D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3D905F35-54F2-4587-B4ED-95D8F7D0BA40}" type="pres">
      <dgm:prSet presAssocID="{AC9CDAAC-7A55-4483-9EF8-469A8ED178DE}" presName="spaceRect" presStyleCnt="0"/>
      <dgm:spPr/>
    </dgm:pt>
    <dgm:pt modelId="{57DEB74B-8DF6-43CE-8AC1-177D9E0286ED}" type="pres">
      <dgm:prSet presAssocID="{AC9CDAAC-7A55-4483-9EF8-469A8ED178D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3F191A-10AC-4473-8733-5470FD91C80E}" srcId="{E37607A2-5570-4649-BE55-B553CBBCA216}" destId="{56D1EC32-7A20-4CF9-97D6-ACAA17FA0771}" srcOrd="0" destOrd="0" parTransId="{0AF23857-489E-45F9-97A5-8545C19B670D}" sibTransId="{1F3F1F59-7610-40F5-A9BC-B7048211E8A4}"/>
    <dgm:cxn modelId="{3F4EA673-30E2-4E49-B2B1-9A8B9E38277B}" srcId="{E37607A2-5570-4649-BE55-B553CBBCA216}" destId="{AC9CDAAC-7A55-4483-9EF8-469A8ED178DE}" srcOrd="1" destOrd="0" parTransId="{DECAF0FD-684B-4E8B-A7AB-1BC0346D9892}" sibTransId="{62C5FBBF-FB10-45C3-9EA0-21E8F23885C4}"/>
    <dgm:cxn modelId="{C9A2C582-9F34-4138-898B-D45857DFD78D}" type="presOf" srcId="{AC9CDAAC-7A55-4483-9EF8-469A8ED178DE}" destId="{57DEB74B-8DF6-43CE-8AC1-177D9E0286ED}" srcOrd="0" destOrd="0" presId="urn:microsoft.com/office/officeart/2018/2/layout/IconVerticalSolidList"/>
    <dgm:cxn modelId="{0EACCD9F-3EE1-4CFB-8C92-C7CA1B51179B}" type="presOf" srcId="{E37607A2-5570-4649-BE55-B553CBBCA216}" destId="{48F86979-0D91-467B-933E-93339FE7B0F3}" srcOrd="0" destOrd="0" presId="urn:microsoft.com/office/officeart/2018/2/layout/IconVerticalSolidList"/>
    <dgm:cxn modelId="{317BBDC6-1915-4D09-87EB-3FB4BFE9B9B6}" type="presOf" srcId="{56D1EC32-7A20-4CF9-97D6-ACAA17FA0771}" destId="{7CB04153-024A-472F-8E22-E48F3196204A}" srcOrd="0" destOrd="0" presId="urn:microsoft.com/office/officeart/2018/2/layout/IconVerticalSolidList"/>
    <dgm:cxn modelId="{157D24FC-A4B0-4FE7-AD80-16FE9B41F551}" type="presParOf" srcId="{48F86979-0D91-467B-933E-93339FE7B0F3}" destId="{DFE2B2B6-0C7C-4AA0-81B7-13709586E308}" srcOrd="0" destOrd="0" presId="urn:microsoft.com/office/officeart/2018/2/layout/IconVerticalSolidList"/>
    <dgm:cxn modelId="{121ADA02-AC43-4147-9948-8851A5E60BB2}" type="presParOf" srcId="{DFE2B2B6-0C7C-4AA0-81B7-13709586E308}" destId="{6030F98C-4320-4E18-BD77-009AD2A68B78}" srcOrd="0" destOrd="0" presId="urn:microsoft.com/office/officeart/2018/2/layout/IconVerticalSolidList"/>
    <dgm:cxn modelId="{2138B588-4951-4D0D-9EBD-03FA7823D96E}" type="presParOf" srcId="{DFE2B2B6-0C7C-4AA0-81B7-13709586E308}" destId="{9AF8CC4F-ACC0-4A04-B1B6-927A3B226E0E}" srcOrd="1" destOrd="0" presId="urn:microsoft.com/office/officeart/2018/2/layout/IconVerticalSolidList"/>
    <dgm:cxn modelId="{BC4A357B-90FA-4133-9385-9609B6167506}" type="presParOf" srcId="{DFE2B2B6-0C7C-4AA0-81B7-13709586E308}" destId="{6CC4AF73-03A0-44F0-86BD-855E7FD02ED7}" srcOrd="2" destOrd="0" presId="urn:microsoft.com/office/officeart/2018/2/layout/IconVerticalSolidList"/>
    <dgm:cxn modelId="{37992930-8CB5-4480-B667-4846409B2CE1}" type="presParOf" srcId="{DFE2B2B6-0C7C-4AA0-81B7-13709586E308}" destId="{7CB04153-024A-472F-8E22-E48F3196204A}" srcOrd="3" destOrd="0" presId="urn:microsoft.com/office/officeart/2018/2/layout/IconVerticalSolidList"/>
    <dgm:cxn modelId="{1C558714-F68E-4757-897E-FB12F8A3C1DB}" type="presParOf" srcId="{48F86979-0D91-467B-933E-93339FE7B0F3}" destId="{ECDA7C4E-B2D5-4FC6-9C66-F0C5576F8661}" srcOrd="1" destOrd="0" presId="urn:microsoft.com/office/officeart/2018/2/layout/IconVerticalSolidList"/>
    <dgm:cxn modelId="{7962A9E6-08B3-411B-9175-0916B80146FD}" type="presParOf" srcId="{48F86979-0D91-467B-933E-93339FE7B0F3}" destId="{456AA677-0D78-4A7B-9903-8A49ED3BB8FC}" srcOrd="2" destOrd="0" presId="urn:microsoft.com/office/officeart/2018/2/layout/IconVerticalSolidList"/>
    <dgm:cxn modelId="{DCA95A72-CE2F-4E96-8132-B6FDBB662181}" type="presParOf" srcId="{456AA677-0D78-4A7B-9903-8A49ED3BB8FC}" destId="{449AABBB-4E91-49EA-940C-1967399DF396}" srcOrd="0" destOrd="0" presId="urn:microsoft.com/office/officeart/2018/2/layout/IconVerticalSolidList"/>
    <dgm:cxn modelId="{E04BD5DD-CB4E-46B3-982D-BECF1EB123BF}" type="presParOf" srcId="{456AA677-0D78-4A7B-9903-8A49ED3BB8FC}" destId="{CE9B14CB-465F-41EF-ABEE-D4C122AFF5E6}" srcOrd="1" destOrd="0" presId="urn:microsoft.com/office/officeart/2018/2/layout/IconVerticalSolidList"/>
    <dgm:cxn modelId="{41CA63B6-432C-4CE9-B14D-7EDA30E57711}" type="presParOf" srcId="{456AA677-0D78-4A7B-9903-8A49ED3BB8FC}" destId="{3D905F35-54F2-4587-B4ED-95D8F7D0BA40}" srcOrd="2" destOrd="0" presId="urn:microsoft.com/office/officeart/2018/2/layout/IconVerticalSolidList"/>
    <dgm:cxn modelId="{E3553CF7-1D65-4701-A057-1478FAB97F15}" type="presParOf" srcId="{456AA677-0D78-4A7B-9903-8A49ED3BB8FC}" destId="{57DEB74B-8DF6-43CE-8AC1-177D9E0286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9DA85-B0BE-4EB7-AD4D-9E0CFBBDED90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Mental health became a major public health concern during and after COVID-19. </a:t>
          </a:r>
        </a:p>
      </dsp:txBody>
      <dsp:txXfrm>
        <a:off x="3201" y="1669704"/>
        <a:ext cx="2539866" cy="2133487"/>
      </dsp:txXfrm>
    </dsp:sp>
    <dsp:sp modelId="{5ABA7039-6B29-4D90-8378-63363FF6F34B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1C1B4C14-86D7-407B-AAC1-BE5B5ECC0368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29923-8493-4B7E-A2DB-DB3BC5BBD3E8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Anxiety and depression symptoms increased significantly during the pandemic period. </a:t>
          </a:r>
        </a:p>
      </dsp:txBody>
      <dsp:txXfrm>
        <a:off x="2797054" y="1669704"/>
        <a:ext cx="2539866" cy="2133487"/>
      </dsp:txXfrm>
    </dsp:sp>
    <dsp:sp modelId="{28C96A7C-6C89-490F-9137-D49B177E0022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DDE47758-07AA-40EB-9B81-4A6266B680CC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2075C-16A8-4B91-96DA-6141BC37A7EF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Understanding patterns across states and demographic groups can support better public health planning. </a:t>
          </a:r>
        </a:p>
      </dsp:txBody>
      <dsp:txXfrm>
        <a:off x="5590907" y="1669704"/>
        <a:ext cx="2539866" cy="2133487"/>
      </dsp:txXfrm>
    </dsp:sp>
    <dsp:sp modelId="{16A9AE31-5E2A-41EB-BFDD-3F1A4054E3F5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D40A450B-DD8D-4FFD-9E14-7C048E0680A2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8044A-E9F6-46B9-A660-CF1FF479BE9A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CDC Household Pulse Survey provides timely mental health indicators across the United States.</a:t>
          </a:r>
        </a:p>
      </dsp:txBody>
      <dsp:txXfrm>
        <a:off x="8384760" y="1669704"/>
        <a:ext cx="2539866" cy="2133487"/>
      </dsp:txXfrm>
    </dsp:sp>
    <dsp:sp modelId="{DDF60916-4186-45A6-B649-33DB96F571EA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797407A5-6C94-4D6E-A00A-5E2006F21301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06713-2E89-4233-B892-3CA2E937711F}">
      <dsp:nvSpPr>
        <dsp:cNvPr id="0" name=""/>
        <dsp:cNvSpPr/>
      </dsp:nvSpPr>
      <dsp:spPr>
        <a:xfrm>
          <a:off x="1243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Main Findings</a:t>
          </a:r>
        </a:p>
      </dsp:txBody>
      <dsp:txXfrm>
        <a:off x="47852" y="1127606"/>
        <a:ext cx="2559042" cy="1498138"/>
      </dsp:txXfrm>
    </dsp:sp>
    <dsp:sp modelId="{D17E26C9-4EE3-43B0-B906-5FF5762FB0E1}">
      <dsp:nvSpPr>
        <dsp:cNvPr id="0" name=""/>
        <dsp:cNvSpPr/>
      </dsp:nvSpPr>
      <dsp:spPr>
        <a:xfrm>
          <a:off x="2886903" y="1547795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86903" y="1679347"/>
        <a:ext cx="393595" cy="394656"/>
      </dsp:txXfrm>
    </dsp:sp>
    <dsp:sp modelId="{B8DDD0DF-705D-4AC1-8461-64B4288C2D81}">
      <dsp:nvSpPr>
        <dsp:cNvPr id="0" name=""/>
        <dsp:cNvSpPr/>
      </dsp:nvSpPr>
      <dsp:spPr>
        <a:xfrm>
          <a:off x="3714408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Mental health symptom rates declined nationally by 2024 after peaking during the early pandemic period. </a:t>
          </a:r>
        </a:p>
      </dsp:txBody>
      <dsp:txXfrm>
        <a:off x="3761017" y="1127606"/>
        <a:ext cx="2559042" cy="1498138"/>
      </dsp:txXfrm>
    </dsp:sp>
    <dsp:sp modelId="{D32B309E-7DD7-4065-9460-BC8E0CCF2C4F}">
      <dsp:nvSpPr>
        <dsp:cNvPr id="0" name=""/>
        <dsp:cNvSpPr/>
      </dsp:nvSpPr>
      <dsp:spPr>
        <a:xfrm rot="5400000">
          <a:off x="4759399" y="2858012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4843211" y="2905752"/>
        <a:ext cx="394656" cy="393595"/>
      </dsp:txXfrm>
    </dsp:sp>
    <dsp:sp modelId="{511B2C6A-B645-4920-9186-28C1F0710C1D}">
      <dsp:nvSpPr>
        <dsp:cNvPr id="0" name=""/>
        <dsp:cNvSpPr/>
      </dsp:nvSpPr>
      <dsp:spPr>
        <a:xfrm>
          <a:off x="3714408" y="3733258"/>
          <a:ext cx="2652260" cy="1591356"/>
        </a:xfrm>
        <a:prstGeom prst="roundRect">
          <a:avLst>
            <a:gd name="adj" fmla="val 10000"/>
          </a:avLst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State-level disparities remained visible across survey periods. </a:t>
          </a:r>
        </a:p>
      </dsp:txBody>
      <dsp:txXfrm>
        <a:off x="3761017" y="3779867"/>
        <a:ext cx="2559042" cy="1498138"/>
      </dsp:txXfrm>
    </dsp:sp>
    <dsp:sp modelId="{C4583244-0462-4159-8A11-7D5DE069A745}">
      <dsp:nvSpPr>
        <dsp:cNvPr id="0" name=""/>
        <dsp:cNvSpPr/>
      </dsp:nvSpPr>
      <dsp:spPr>
        <a:xfrm rot="10800000">
          <a:off x="2918730" y="4200056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087414" y="4331608"/>
        <a:ext cx="393595" cy="394656"/>
      </dsp:txXfrm>
    </dsp:sp>
    <dsp:sp modelId="{2FB2A5DF-286A-4D60-98DE-933CC8F9DE11}">
      <dsp:nvSpPr>
        <dsp:cNvPr id="0" name=""/>
        <dsp:cNvSpPr/>
      </dsp:nvSpPr>
      <dsp:spPr>
        <a:xfrm>
          <a:off x="1243" y="3733258"/>
          <a:ext cx="2652260" cy="1591356"/>
        </a:xfrm>
        <a:prstGeom prst="roundRect">
          <a:avLst>
            <a:gd name="adj" fmla="val 1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Younger adults consistently reported higher anxiety and depression symptom</a:t>
          </a:r>
        </a:p>
      </dsp:txBody>
      <dsp:txXfrm>
        <a:off x="47852" y="3779867"/>
        <a:ext cx="2559042" cy="1498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7888A-AB6B-4E3E-8A59-65C64C43B1B0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6F8A-7C8A-47C0-9FB4-BB219F00DD95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D35AF-4189-4949-84D3-92E0634CE48A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Study Limitations</a:t>
          </a:r>
        </a:p>
      </dsp:txBody>
      <dsp:txXfrm>
        <a:off x="1312541" y="828340"/>
        <a:ext cx="2148945" cy="911674"/>
      </dsp:txXfrm>
    </dsp:sp>
    <dsp:sp modelId="{8BCBACD3-357D-407A-B3E0-FA5DD93EB8F4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41562-C5D6-46DC-A54B-460266E64634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32699-57EC-4DD2-93D9-0F7EF04F1ACD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Survey-based self-reported symptoms </a:t>
          </a:r>
        </a:p>
      </dsp:txBody>
      <dsp:txXfrm>
        <a:off x="4942957" y="828340"/>
        <a:ext cx="2148945" cy="911674"/>
      </dsp:txXfrm>
    </dsp:sp>
    <dsp:sp modelId="{B3339940-5B1A-4B6E-A024-5ADE46E8A4EF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49E0C-8ECA-4D4C-8FE4-0D522FDF505C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2168D-8245-41F4-9FAE-FE66D868256F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Not clinical diagnoses </a:t>
          </a:r>
        </a:p>
      </dsp:txBody>
      <dsp:txXfrm>
        <a:off x="8573374" y="828340"/>
        <a:ext cx="2148945" cy="911674"/>
      </dsp:txXfrm>
    </dsp:sp>
    <dsp:sp modelId="{A681ED8D-EA23-4DB5-8487-2071955BE297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6FDBD-19A8-40DF-BD99-FBE39571E248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9A76A-70E6-489C-9093-91F0A4AFC328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Survey periods are not daily observations </a:t>
          </a:r>
        </a:p>
      </dsp:txBody>
      <dsp:txXfrm>
        <a:off x="1312541" y="2452790"/>
        <a:ext cx="2148945" cy="911674"/>
      </dsp:txXfrm>
    </dsp:sp>
    <dsp:sp modelId="{65A06FC9-763B-4DB5-865B-6654AF83A789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AA5C5-32B5-4A4E-9EA3-8C042EC0F4D8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47496-1CE3-4F48-A789-6A868B612A8A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Some comparisons contain statistical uncertainty </a:t>
          </a:r>
        </a:p>
      </dsp:txBody>
      <dsp:txXfrm>
        <a:off x="4942957" y="2452790"/>
        <a:ext cx="2148945" cy="911674"/>
      </dsp:txXfrm>
    </dsp:sp>
    <dsp:sp modelId="{B0665B2B-6265-4C51-AC97-1E2E47E13EE2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1FD8B-C353-416A-AC04-7D78C5289988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E87DD-46DB-4A9B-9399-1ABA106931D6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 findings do not establish causation</a:t>
          </a:r>
        </a:p>
      </dsp:txBody>
      <dsp:txXfrm>
        <a:off x="8573374" y="2452790"/>
        <a:ext cx="2148945" cy="9116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0F98C-4320-4E18-BD77-009AD2A68B78}">
      <dsp:nvSpPr>
        <dsp:cNvPr id="0" name=""/>
        <dsp:cNvSpPr/>
      </dsp:nvSpPr>
      <dsp:spPr>
        <a:xfrm>
          <a:off x="0" y="746497"/>
          <a:ext cx="10653579" cy="1378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8CC4F-ACC0-4A04-B1B6-927A3B226E0E}">
      <dsp:nvSpPr>
        <dsp:cNvPr id="0" name=""/>
        <dsp:cNvSpPr/>
      </dsp:nvSpPr>
      <dsp:spPr>
        <a:xfrm>
          <a:off x="416889" y="1056580"/>
          <a:ext cx="757981" cy="7579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04153-024A-472F-8E22-E48F3196204A}">
      <dsp:nvSpPr>
        <dsp:cNvPr id="0" name=""/>
        <dsp:cNvSpPr/>
      </dsp:nvSpPr>
      <dsp:spPr>
        <a:xfrm>
          <a:off x="1591761" y="746497"/>
          <a:ext cx="9061817" cy="1378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54" tIns="145854" rIns="145854" bIns="14585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hlinkClick xmlns:r="http://schemas.openxmlformats.org/officeDocument/2006/relationships" r:id="rId2"/>
            </a:rPr>
            <a:t>https://www.kaggle.com/datasets/melissamonfared/indicators-of-anxiety-or-depression</a:t>
          </a:r>
          <a:endParaRPr lang="en-US" sz="2300" kern="1200"/>
        </a:p>
      </dsp:txBody>
      <dsp:txXfrm>
        <a:off x="1591761" y="746497"/>
        <a:ext cx="9061817" cy="1378148"/>
      </dsp:txXfrm>
    </dsp:sp>
    <dsp:sp modelId="{449AABBB-4E91-49EA-940C-1967399DF396}">
      <dsp:nvSpPr>
        <dsp:cNvPr id="0" name=""/>
        <dsp:cNvSpPr/>
      </dsp:nvSpPr>
      <dsp:spPr>
        <a:xfrm>
          <a:off x="0" y="2469182"/>
          <a:ext cx="10653579" cy="1378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B14CB-465F-41EF-ABEE-D4C122AFF5E6}">
      <dsp:nvSpPr>
        <dsp:cNvPr id="0" name=""/>
        <dsp:cNvSpPr/>
      </dsp:nvSpPr>
      <dsp:spPr>
        <a:xfrm>
          <a:off x="416889" y="2779265"/>
          <a:ext cx="757981" cy="7579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EB74B-8DF6-43CE-8AC1-177D9E0286ED}">
      <dsp:nvSpPr>
        <dsp:cNvPr id="0" name=""/>
        <dsp:cNvSpPr/>
      </dsp:nvSpPr>
      <dsp:spPr>
        <a:xfrm>
          <a:off x="1591761" y="2469182"/>
          <a:ext cx="9061817" cy="1378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54" tIns="145854" rIns="145854" bIns="14585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YouTube. (n.d.). </a:t>
          </a:r>
          <a:r>
            <a:rPr lang="en-US" sz="2300" i="1" kern="1200"/>
            <a:t>YouTube</a:t>
          </a:r>
          <a:r>
            <a:rPr lang="en-US" sz="2300" kern="1200"/>
            <a:t>. </a:t>
          </a:r>
          <a:r>
            <a:rPr lang="en-US" sz="2300" kern="1200">
              <a:hlinkClick xmlns:r="http://schemas.openxmlformats.org/officeDocument/2006/relationships" r:id="rId4"/>
            </a:rPr>
            <a:t>https://www.youtube.com/</a:t>
          </a:r>
          <a:endParaRPr lang="en-US" sz="2300" kern="1200"/>
        </a:p>
      </dsp:txBody>
      <dsp:txXfrm>
        <a:off x="1591761" y="2469182"/>
        <a:ext cx="9061817" cy="1378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88EEE-17B5-40AB-ACE8-FA2E779DB00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306D7-4A41-48B9-AE75-56345A6CA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306D7-4A41-48B9-AE75-56345A6CAE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6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34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9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3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0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2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9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3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3288" y="1307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U.S. Mental Health Indicators: Anxiety and Depression Trends (2020–2024)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  <a:p>
            <a:endParaRPr lang="en-US" sz="1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9068" y="277740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A Tableau-Based Analysis of CDC Household Pulse Survey Data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06435-7275-0D91-7EA9-74C655F3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Why This Topic Matters?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B5372-5E78-503C-9DA4-4FD2CBC1A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5828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455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A0556F-739D-56FA-2681-5D722A5C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4290" y="-1911"/>
            <a:ext cx="5091233" cy="6859911"/>
            <a:chOff x="-34290" y="-1911"/>
            <a:chExt cx="5091233" cy="685991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3F14F8-AA60-0B2F-763E-CF3ECE8D2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-17214" y="-1911"/>
              <a:ext cx="5069040" cy="6859911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333D23-8793-EF97-09BC-F864EDE23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-6313" y="-1"/>
              <a:ext cx="5063256" cy="685083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4100B9-C991-6C57-E603-1B408DC15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33960" y="3227856"/>
              <a:ext cx="2154733" cy="509123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DC6A7B-8935-4EAB-D805-0E586EAE7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55658" y="-1911"/>
              <a:ext cx="3890385" cy="666301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3DFA62-98F2-721B-F54A-083D795B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4" y="1649691"/>
            <a:ext cx="3648526" cy="359629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069B-772C-BB09-FD8E-EBBE4D97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820" y="271346"/>
            <a:ext cx="5500979" cy="59282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Dataset Information</a:t>
            </a:r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Source:</a:t>
            </a:r>
            <a:r>
              <a:rPr lang="en-US">
                <a:ea typeface="+mn-lt"/>
                <a:cs typeface="+mn-lt"/>
              </a:rPr>
              <a:t> Household Pulse Survey: Conducted by the U.S. Census Bureau.</a:t>
            </a:r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Timeframe:</a:t>
            </a:r>
            <a:r>
              <a:rPr lang="en-US">
                <a:ea typeface="+mn-lt"/>
                <a:cs typeface="+mn-lt"/>
              </a:rPr>
              <a:t> 2020–2024 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Measures: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Anxiety Symptoms </a:t>
            </a:r>
            <a:endParaRPr lang="en-US" sz="2000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Depression Symptoms </a:t>
            </a:r>
            <a:endParaRPr lang="en-US" sz="2000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Anxiety or Depression Symptoms 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b="1">
                <a:ea typeface="+mn-lt"/>
                <a:cs typeface="+mn-lt"/>
              </a:rPr>
              <a:t>Dimensions: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State </a:t>
            </a:r>
            <a:endParaRPr lang="en-US" sz="2000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Group/Subgroup </a:t>
            </a:r>
            <a:endParaRPr lang="en-US" sz="2000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Time Period </a:t>
            </a:r>
            <a:endParaRPr lang="en-US" sz="2000"/>
          </a:p>
          <a:p>
            <a:pPr lvl="1">
              <a:lnSpc>
                <a:spcPct val="110000"/>
              </a:lnSpc>
            </a:pPr>
            <a:r>
              <a:rPr lang="en-US" sz="2000">
                <a:ea typeface="+mn-lt"/>
                <a:cs typeface="+mn-lt"/>
              </a:rPr>
              <a:t>Survey Phase</a:t>
            </a:r>
            <a:endParaRPr lang="en-US" sz="2000"/>
          </a:p>
          <a:p>
            <a:pPr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6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EBD9C-4DE5-E345-BE1A-0CAFF8DA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3A50F20-AC90-93DE-9D72-390922DD7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4290" y="-1911"/>
            <a:ext cx="5091233" cy="6859911"/>
            <a:chOff x="-34290" y="-1911"/>
            <a:chExt cx="5091233" cy="685991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19C616-46F0-C386-E8D8-83452A871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-17214" y="-1911"/>
              <a:ext cx="5069040" cy="6859911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C5233B-1246-C2FD-7143-9119D62C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-6313" y="-1"/>
              <a:ext cx="5063256" cy="685083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132A03-AA5F-8577-1C63-62493F2E4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33960" y="3227856"/>
              <a:ext cx="2154733" cy="509123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DA3F92-2D84-7E57-2058-A3EB07E61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55658" y="-1911"/>
              <a:ext cx="3890385" cy="666301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4B3663-8BE0-0376-6303-5C71D05A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4" y="1649691"/>
            <a:ext cx="3648526" cy="359629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Tableau Design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0870-0DE1-8B83-CBF6-4A8961E3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382" y="941183"/>
            <a:ext cx="6534376" cy="551936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>
                <a:ea typeface="+mn-lt"/>
                <a:cs typeface="+mn-lt"/>
              </a:rPr>
              <a:t>1. Dashboard Features</a:t>
            </a:r>
          </a:p>
          <a:p>
            <a:r>
              <a:rPr lang="en-US" sz="1500">
                <a:ea typeface="+mn-lt"/>
                <a:cs typeface="+mn-lt"/>
              </a:rPr>
              <a:t>Interactive parameter selector </a:t>
            </a:r>
          </a:p>
          <a:p>
            <a:r>
              <a:rPr lang="en-US" sz="1500">
                <a:ea typeface="+mn-lt"/>
                <a:cs typeface="+mn-lt"/>
              </a:rPr>
              <a:t>KPI cards </a:t>
            </a:r>
          </a:p>
          <a:p>
            <a:r>
              <a:rPr lang="en-US" sz="1500">
                <a:ea typeface="+mn-lt"/>
                <a:cs typeface="+mn-lt"/>
              </a:rPr>
              <a:t>Geographic map </a:t>
            </a:r>
          </a:p>
          <a:p>
            <a:r>
              <a:rPr lang="en-US" sz="1500">
                <a:ea typeface="+mn-lt"/>
                <a:cs typeface="+mn-lt"/>
              </a:rPr>
              <a:t>Top 10 state comparison chart </a:t>
            </a:r>
          </a:p>
          <a:p>
            <a:r>
              <a:rPr lang="en-US" sz="1500">
                <a:ea typeface="+mn-lt"/>
                <a:cs typeface="+mn-lt"/>
              </a:rPr>
              <a:t>National trend line </a:t>
            </a:r>
          </a:p>
          <a:p>
            <a:r>
              <a:rPr lang="en-US" sz="1500">
                <a:ea typeface="+mn-lt"/>
                <a:cs typeface="+mn-lt"/>
              </a:rPr>
              <a:t>Confidence interval visualization </a:t>
            </a:r>
          </a:p>
          <a:p>
            <a:r>
              <a:rPr lang="en-US" sz="1500">
                <a:ea typeface="+mn-lt"/>
                <a:cs typeface="+mn-lt"/>
              </a:rPr>
              <a:t>Dumbbell chart </a:t>
            </a:r>
          </a:p>
          <a:p>
            <a:r>
              <a:rPr lang="en-US" sz="1500">
                <a:ea typeface="+mn-lt"/>
                <a:cs typeface="+mn-lt"/>
              </a:rPr>
              <a:t>Bump chart </a:t>
            </a:r>
          </a:p>
          <a:p>
            <a:r>
              <a:rPr lang="en-US" sz="1500">
                <a:ea typeface="+mn-lt"/>
                <a:cs typeface="+mn-lt"/>
              </a:rPr>
              <a:t>Sparkline chart </a:t>
            </a:r>
          </a:p>
          <a:p>
            <a:r>
              <a:rPr lang="en-US" sz="1500" b="1">
                <a:ea typeface="+mn-lt"/>
                <a:cs typeface="+mn-lt"/>
              </a:rPr>
              <a:t>2. Advanced Tableau Techniques</a:t>
            </a:r>
          </a:p>
          <a:p>
            <a:r>
              <a:rPr lang="en-US" sz="1500">
                <a:ea typeface="+mn-lt"/>
                <a:cs typeface="+mn-lt"/>
              </a:rPr>
              <a:t>Calculated fields </a:t>
            </a:r>
          </a:p>
          <a:p>
            <a:r>
              <a:rPr lang="en-US" sz="1500">
                <a:ea typeface="+mn-lt"/>
                <a:cs typeface="+mn-lt"/>
              </a:rPr>
              <a:t>Table calculations </a:t>
            </a:r>
          </a:p>
          <a:p>
            <a:r>
              <a:rPr lang="en-US" sz="1500">
                <a:ea typeface="+mn-lt"/>
                <a:cs typeface="+mn-lt"/>
              </a:rPr>
              <a:t>Interactive filters </a:t>
            </a:r>
          </a:p>
          <a:p>
            <a:r>
              <a:rPr lang="en-US" sz="1500">
                <a:ea typeface="+mn-lt"/>
                <a:cs typeface="+mn-lt"/>
              </a:rPr>
              <a:t>Ranking logic </a:t>
            </a:r>
          </a:p>
          <a:p>
            <a:r>
              <a:rPr lang="en-US" sz="1500">
                <a:ea typeface="+mn-lt"/>
                <a:cs typeface="+mn-lt"/>
              </a:rPr>
              <a:t>Parameter actions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4006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2796F-A9A4-D471-5A5B-B76C280AD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Dashboard 1: National Overview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60A1-DF8F-F5AC-8844-DDECAC97F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Key Questions Answered</a:t>
            </a:r>
          </a:p>
          <a:p>
            <a:r>
              <a:rPr lang="en-US" sz="2400">
                <a:ea typeface="+mn-lt"/>
                <a:cs typeface="+mn-lt"/>
              </a:rPr>
              <a:t>What is the overall symptom level?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Which states report higher symptom rates?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How did national trends change over time?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How reliable are the estimates?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63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Dashboard 1 - National Overview">
            <a:extLst>
              <a:ext uri="{FF2B5EF4-FFF2-40B4-BE49-F238E27FC236}">
                <a16:creationId xmlns:a16="http://schemas.microsoft.com/office/drawing/2014/main" id="{285482B9-A025-47FA-81EF-100703A6D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1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91ED5-9E27-0DCA-5BE7-CA591BE4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700"/>
              <a:t>National Trend Analysis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658A-17A4-F6AE-C485-97861969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Reported mental health symptoms peaked during late 2020 and early 2021. 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Symptom rates gradually declined by 2024. 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Interpretation</a:t>
            </a:r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Early pandemic uncertainty likely contributed to elevated anxiety and depression levels. 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The downward trend suggests gradual recovery over time. </a:t>
            </a: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Additional Context</a:t>
            </a:r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Confidence interval charts help evaluate estimate reliability and uncertainty. </a:t>
            </a: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</p:txBody>
      </p:sp>
      <p:pic>
        <p:nvPicPr>
          <p:cNvPr id="4" name="Picture 3" descr="A graph showing depression symptoms&#10;&#10;AI-generated content may be incorrect.">
            <a:extLst>
              <a:ext uri="{FF2B5EF4-FFF2-40B4-BE49-F238E27FC236}">
                <a16:creationId xmlns:a16="http://schemas.microsoft.com/office/drawing/2014/main" id="{D9272300-28AE-3BDD-9AC7-FDB723B0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792" y="179299"/>
            <a:ext cx="4944843" cy="3082213"/>
          </a:xfrm>
          <a:prstGeom prst="rect">
            <a:avLst/>
          </a:prstGeom>
        </p:spPr>
      </p:pic>
      <p:pic>
        <p:nvPicPr>
          <p:cNvPr id="5" name="Picture 4" descr="A graph of depression symptoms&#10;&#10;AI-generated content may be incorrect.">
            <a:extLst>
              <a:ext uri="{FF2B5EF4-FFF2-40B4-BE49-F238E27FC236}">
                <a16:creationId xmlns:a16="http://schemas.microsoft.com/office/drawing/2014/main" id="{037A60F5-BF5A-9A3E-CCC7-357DF6A02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594" y="3261924"/>
            <a:ext cx="4753348" cy="287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9BCAE-9E75-B42D-155F-54E9CC91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700"/>
              <a:t>State Level Mental Health Patterns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3E2A-6D74-4CF2-3ADF-483BEF5C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Mental health symptom rates varied significantly across states. 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Some states consistently appeared among the highest reported symptom rates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Geographic disparities indicate unequal mental health burden across the U.S. 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State-level analysis helps identify regions requiring additional public health attention.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</p:txBody>
      </p:sp>
      <p:pic>
        <p:nvPicPr>
          <p:cNvPr id="5" name="Picture 4" descr="A map of the united states with a map of the states&#10;&#10;AI-generated content may be incorrect.">
            <a:extLst>
              <a:ext uri="{FF2B5EF4-FFF2-40B4-BE49-F238E27FC236}">
                <a16:creationId xmlns:a16="http://schemas.microsoft.com/office/drawing/2014/main" id="{8D9C3C4E-441B-CDF6-AF3B-13A724EF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441" y="158422"/>
            <a:ext cx="5150804" cy="32492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4BF9D6-F9DD-388F-2B3C-8078AF638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763" y="3657801"/>
            <a:ext cx="6184517" cy="21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6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D17ED-C7C4-4CC8-37FC-3073D70A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Dashboard 2: Comparative &amp; Demographic Insights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C550-D9E5-C16B-0609-D0E7C72F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819193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This dashboard compares anxiety and depression indicators while analyzing state ranking changes and demographic trends.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Key Questions Answered</a:t>
            </a:r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Is anxiety generally higher than depression? 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Which states show larger anxiety–depression gaps? 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How did state rankings change over time? 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Which demographic groups report higher symptoms?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4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Dashboard 2">
            <a:extLst>
              <a:ext uri="{FF2B5EF4-FFF2-40B4-BE49-F238E27FC236}">
                <a16:creationId xmlns:a16="http://schemas.microsoft.com/office/drawing/2014/main" id="{6026AB6F-BE39-40D5-A4F2-5728F571B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853A-F6C9-92FC-86CA-3DAA847D7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8" y="325751"/>
            <a:ext cx="7068685" cy="1616203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Anxiety vs. Depression Comparison</a:t>
            </a:r>
            <a:endParaRPr lang="en-US" sz="3200"/>
          </a:p>
        </p:txBody>
      </p:sp>
      <p:pic>
        <p:nvPicPr>
          <p:cNvPr id="4" name="Picture 3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7FE61D60-1F5D-7747-E593-6B52236B0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78" y="1535035"/>
            <a:ext cx="5147780" cy="44462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66E6-52E9-587E-DD07-EE59F5CC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34770"/>
            <a:ext cx="5257799" cy="50031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Anxiety symptom rates are generally higher than depression symptom rates.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Interpretation</a:t>
            </a: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The dumbbell chart highlights the gap between anxiety and depression indicators.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Larger gaps may indicate stronger short-term stress responses. 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Use </a:t>
            </a:r>
            <a:r>
              <a:rPr lang="en-US" sz="1400" b="1">
                <a:ea typeface="+mn-lt"/>
                <a:cs typeface="+mn-lt"/>
              </a:rPr>
              <a:t>percentage points</a:t>
            </a:r>
            <a:r>
              <a:rPr lang="en-US" sz="1400">
                <a:ea typeface="+mn-lt"/>
                <a:cs typeface="+mn-lt"/>
              </a:rPr>
              <a:t> instead of percentages when describing differences.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Example</a:t>
            </a: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Anxiety: 28.9%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Depression: 23.1%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Gap: 5.8 percentage points</a:t>
            </a:r>
            <a:endParaRPr lang="en-US" sz="1400"/>
          </a:p>
          <a:p>
            <a:pPr>
              <a:lnSpc>
                <a:spcPct val="110000"/>
              </a:lnSpc>
            </a:pPr>
            <a:endParaRPr lang="en-US" sz="14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68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CAC17-9421-E819-49C5-80547162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State Ranking Changes Over Time</a:t>
            </a:r>
            <a:endParaRPr lang="en-US" sz="4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E42F-7831-988B-1545-9396436B5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>
              <a:lnSpc>
                <a:spcPct val="110000"/>
              </a:lnSpc>
            </a:pPr>
            <a:r>
              <a:rPr lang="en-US" sz="1600">
                <a:ea typeface="+mn-lt"/>
                <a:cs typeface="+mn-lt"/>
              </a:rPr>
              <a:t>State rankings shifted across survey periods. 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>
                <a:ea typeface="+mn-lt"/>
                <a:cs typeface="+mn-lt"/>
              </a:rPr>
              <a:t>High symptom burden was not permanently concentrated in the same states. 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Interpretation</a:t>
            </a:r>
          </a:p>
          <a:p>
            <a:pPr>
              <a:lnSpc>
                <a:spcPct val="110000"/>
              </a:lnSpc>
            </a:pPr>
            <a:r>
              <a:rPr lang="en-US" sz="1600">
                <a:ea typeface="+mn-lt"/>
                <a:cs typeface="+mn-lt"/>
              </a:rPr>
              <a:t>Mental health impacts evolved differently across geographic regions. 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>
                <a:ea typeface="+mn-lt"/>
                <a:cs typeface="+mn-lt"/>
              </a:rPr>
              <a:t>Rankings demonstrate changing relative conditions over time.</a:t>
            </a:r>
            <a:endParaRPr lang="en-US" sz="1600"/>
          </a:p>
          <a:p>
            <a:pPr>
              <a:lnSpc>
                <a:spcPct val="110000"/>
              </a:lnSpc>
            </a:pPr>
            <a:endParaRPr lang="en-US" sz="1600"/>
          </a:p>
        </p:txBody>
      </p:sp>
      <p:pic>
        <p:nvPicPr>
          <p:cNvPr id="4" name="Picture 3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70A87B33-817B-4BE7-0A1B-5E999562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985" y="2388324"/>
            <a:ext cx="5922714" cy="364514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6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F0DA14-BEEE-69FD-D8EB-F3D2E069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Key Takeaways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EC790B-682F-C271-588A-8F7FF6C75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94480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1866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B76D-AEDF-CCC4-2D62-2BAB4B6F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Recommendations &amp; Stakeholder Applications</a:t>
            </a:r>
            <a:endParaRPr lang="en-US" sz="3200"/>
          </a:p>
        </p:txBody>
      </p:sp>
      <p:pic>
        <p:nvPicPr>
          <p:cNvPr id="17" name="Graphic 16" descr="Laptop Secure">
            <a:extLst>
              <a:ext uri="{FF2B5EF4-FFF2-40B4-BE49-F238E27FC236}">
                <a16:creationId xmlns:a16="http://schemas.microsoft.com/office/drawing/2014/main" id="{6BB0290A-0896-369D-FFBA-D94186402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808514"/>
            <a:ext cx="3172793" cy="31727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A481-A317-5258-BE54-CC227CC3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br>
              <a:rPr lang="en-US" sz="1400"/>
            </a:br>
            <a:r>
              <a:rPr lang="en-US" sz="1400"/>
              <a:t>Recommendations</a:t>
            </a: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Monitor states with consistently higher symptom rates.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Prioritize outreach programs for younger adults.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Use confidence intervals before interpreting small differences.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Continue updating dashboards with future survey data. 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br>
              <a:rPr lang="en-US" sz="1400"/>
            </a:br>
            <a:r>
              <a:rPr lang="en-US" sz="1400"/>
              <a:t>Stakeholders Applications</a:t>
            </a: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Public health agencies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Policy makers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Healthcare organizations 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Community mental health programs</a:t>
            </a:r>
            <a:endParaRPr lang="en-US" sz="1400"/>
          </a:p>
          <a:p>
            <a:pPr>
              <a:lnSpc>
                <a:spcPct val="110000"/>
              </a:lnSpc>
            </a:pPr>
            <a:endParaRPr lang="en-US" sz="14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965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A50E6-2FE6-D718-5FCC-00C167E9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0FAB23-DA5B-687F-D2DD-0F3D4DE43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1584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110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78250-66E8-7A03-0C91-B701B7F3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949EC-FE8C-CC62-9E1F-53F60028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200"/>
          </a:p>
          <a:p>
            <a:r>
              <a:rPr lang="en-US" sz="2200">
                <a:ea typeface="+mn-lt"/>
                <a:cs typeface="+mn-lt"/>
              </a:rPr>
              <a:t>The analysis suggests that anxiety and depression symptoms were highest during the early pandemic period and gradually improved by 2024, however: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State disparities remained visible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Younger adults continued reporting higher symptom levels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5167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2658-78CD-6E26-12EE-B216AA8B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Citation &amp; Sources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0C0BD-B9D5-7745-D023-470542CF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2124A0D-DE2B-4207-8263-675EE8C1D80C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8F27-F81F-2439-2E0A-4304287A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92DE-4B17-62F8-0CAA-0CB92084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465E321-85C0-8A55-D8AE-D3C8C4704D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11135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664</Words>
  <Application>Microsoft Office PowerPoint</Application>
  <PresentationFormat>Widescreen</PresentationFormat>
  <Paragraphs>124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Neue Haas Grotesk Text Pro</vt:lpstr>
      <vt:lpstr>VanillaVTI</vt:lpstr>
      <vt:lpstr>U.S. Mental Health Indicators: Anxiety and Depression Trends (2020–2024) </vt:lpstr>
      <vt:lpstr>Why This Topic Matters?</vt:lpstr>
      <vt:lpstr>Dataset Overview</vt:lpstr>
      <vt:lpstr>Tableau Design &amp; Methodology</vt:lpstr>
      <vt:lpstr>Dashboard 1: National Overview</vt:lpstr>
      <vt:lpstr>PowerPoint Presentation</vt:lpstr>
      <vt:lpstr>National Trend Analysis</vt:lpstr>
      <vt:lpstr>State Level Mental Health Patterns</vt:lpstr>
      <vt:lpstr>Dashboard 2: Comparative &amp; Demographic Insights</vt:lpstr>
      <vt:lpstr>PowerPoint Presentation</vt:lpstr>
      <vt:lpstr>Anxiety vs. Depression Comparison</vt:lpstr>
      <vt:lpstr>State Ranking Changes Over Time</vt:lpstr>
      <vt:lpstr>Key Takeaways </vt:lpstr>
      <vt:lpstr>Recommendations &amp; Stakeholder Applications</vt:lpstr>
      <vt:lpstr>Limitations</vt:lpstr>
      <vt:lpstr>Conclusion</vt:lpstr>
      <vt:lpstr>Citation &amp;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Sarita Thapa</cp:lastModifiedBy>
  <cp:revision>3</cp:revision>
  <dcterms:created xsi:type="dcterms:W3CDTF">2026-05-05T23:42:12Z</dcterms:created>
  <dcterms:modified xsi:type="dcterms:W3CDTF">2026-06-09T03:31:21Z</dcterms:modified>
</cp:coreProperties>
</file>